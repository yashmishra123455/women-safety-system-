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 u="sng">
                <a:solidFill>
                  <a:schemeClr val="hlink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@SIH</a:t>
            </a:r>
            <a:r>
              <a:rPr dirty="0" spc="-10"/>
              <a:t> </a:t>
            </a:r>
            <a:r>
              <a:rPr dirty="0"/>
              <a:t>Idea</a:t>
            </a:r>
            <a:r>
              <a:rPr dirty="0" spc="-25"/>
              <a:t> </a:t>
            </a:r>
            <a:r>
              <a:rPr dirty="0"/>
              <a:t>submission-</a:t>
            </a:r>
            <a:r>
              <a:rPr dirty="0" spc="-75"/>
              <a:t> </a:t>
            </a:r>
            <a:r>
              <a:rPr dirty="0" spc="-1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8575">
              <a:lnSpc>
                <a:spcPts val="14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 u="sng">
                <a:solidFill>
                  <a:schemeClr val="hlink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@SIH</a:t>
            </a:r>
            <a:r>
              <a:rPr dirty="0" spc="-10"/>
              <a:t> </a:t>
            </a:r>
            <a:r>
              <a:rPr dirty="0"/>
              <a:t>Idea</a:t>
            </a:r>
            <a:r>
              <a:rPr dirty="0" spc="-25"/>
              <a:t> </a:t>
            </a:r>
            <a:r>
              <a:rPr dirty="0"/>
              <a:t>submission-</a:t>
            </a:r>
            <a:r>
              <a:rPr dirty="0" spc="-75"/>
              <a:t> </a:t>
            </a:r>
            <a:r>
              <a:rPr dirty="0" spc="-1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8575">
              <a:lnSpc>
                <a:spcPts val="14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@SIH</a:t>
            </a:r>
            <a:r>
              <a:rPr dirty="0" spc="-10"/>
              <a:t> </a:t>
            </a:r>
            <a:r>
              <a:rPr dirty="0"/>
              <a:t>Idea</a:t>
            </a:r>
            <a:r>
              <a:rPr dirty="0" spc="-25"/>
              <a:t> </a:t>
            </a:r>
            <a:r>
              <a:rPr dirty="0"/>
              <a:t>submission-</a:t>
            </a:r>
            <a:r>
              <a:rPr dirty="0" spc="-75"/>
              <a:t> </a:t>
            </a:r>
            <a:r>
              <a:rPr dirty="0" spc="-1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8575">
              <a:lnSpc>
                <a:spcPts val="14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@SIH</a:t>
            </a:r>
            <a:r>
              <a:rPr dirty="0" spc="-10"/>
              <a:t> </a:t>
            </a:r>
            <a:r>
              <a:rPr dirty="0"/>
              <a:t>Idea</a:t>
            </a:r>
            <a:r>
              <a:rPr dirty="0" spc="-25"/>
              <a:t> </a:t>
            </a:r>
            <a:r>
              <a:rPr dirty="0"/>
              <a:t>submission-</a:t>
            </a:r>
            <a:r>
              <a:rPr dirty="0" spc="-75"/>
              <a:t> </a:t>
            </a:r>
            <a:r>
              <a:rPr dirty="0" spc="-1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8575">
              <a:lnSpc>
                <a:spcPts val="14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@SIH</a:t>
            </a:r>
            <a:r>
              <a:rPr dirty="0" spc="-10"/>
              <a:t> </a:t>
            </a:r>
            <a:r>
              <a:rPr dirty="0"/>
              <a:t>Idea</a:t>
            </a:r>
            <a:r>
              <a:rPr dirty="0" spc="-25"/>
              <a:t> </a:t>
            </a:r>
            <a:r>
              <a:rPr dirty="0"/>
              <a:t>submission-</a:t>
            </a:r>
            <a:r>
              <a:rPr dirty="0" spc="-75"/>
              <a:t> </a:t>
            </a:r>
            <a:r>
              <a:rPr dirty="0" spc="-1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8575">
              <a:lnSpc>
                <a:spcPts val="14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76418"/>
            <a:ext cx="12187174" cy="47685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355079"/>
            <a:ext cx="12192000" cy="502920"/>
          </a:xfrm>
          <a:custGeom>
            <a:avLst/>
            <a:gdLst/>
            <a:ahLst/>
            <a:cxnLst/>
            <a:rect l="l" t="t" r="r" b="b"/>
            <a:pathLst>
              <a:path w="12192000" h="502920">
                <a:moveTo>
                  <a:pt x="12192000" y="0"/>
                </a:moveTo>
                <a:lnTo>
                  <a:pt x="0" y="0"/>
                </a:lnTo>
                <a:lnTo>
                  <a:pt x="0" y="502920"/>
                </a:lnTo>
                <a:lnTo>
                  <a:pt x="12192000" y="5029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14295" y="221691"/>
            <a:ext cx="6963409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0364" y="1438783"/>
            <a:ext cx="11231270" cy="405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 u="sng">
                <a:solidFill>
                  <a:schemeClr val="hlink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09209" y="6449170"/>
            <a:ext cx="2283459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@SIH</a:t>
            </a:r>
            <a:r>
              <a:rPr dirty="0" spc="-10"/>
              <a:t> </a:t>
            </a:r>
            <a:r>
              <a:rPr dirty="0"/>
              <a:t>Idea</a:t>
            </a:r>
            <a:r>
              <a:rPr dirty="0" spc="-25"/>
              <a:t> </a:t>
            </a:r>
            <a:r>
              <a:rPr dirty="0"/>
              <a:t>submission-</a:t>
            </a:r>
            <a:r>
              <a:rPr dirty="0" spc="-75"/>
              <a:t> </a:t>
            </a:r>
            <a:r>
              <a:rPr dirty="0" spc="-1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378438" y="6448280"/>
            <a:ext cx="165100" cy="196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8575">
              <a:lnSpc>
                <a:spcPts val="143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google.com/document/d/1mHbjr-KWeLMUzcoicaaGYHmvT7YY_cIH/edit?usp=drive_link&amp;ouid=117558612120065569603&amp;rtpof=true&amp;sd=true" TargetMode="External"/><Relationship Id="rId3" Type="http://schemas.openxmlformats.org/officeDocument/2006/relationships/hyperlink" Target="https://drive.google.com/file/d/1hq9oO-T9odiPrrtqZc7xiycdmjr06KWw/view?usp=drive_link" TargetMode="External"/><Relationship Id="rId4" Type="http://schemas.openxmlformats.org/officeDocument/2006/relationships/hyperlink" Target="https://drive.google.com/file/d/1Avtk4He4wAbHV-12mFuxKuZ0rwCWmTgt/view?usp=drive_link" TargetMode="External"/><Relationship Id="rId5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7056" y="850391"/>
            <a:ext cx="4639310" cy="5157470"/>
            <a:chOff x="5657056" y="850391"/>
            <a:chExt cx="4639310" cy="5157470"/>
          </a:xfrm>
        </p:grpSpPr>
        <p:sp>
          <p:nvSpPr>
            <p:cNvPr id="3" name="object 3"/>
            <p:cNvSpPr/>
            <p:nvPr/>
          </p:nvSpPr>
          <p:spPr>
            <a:xfrm>
              <a:off x="5657056" y="850391"/>
              <a:ext cx="4639310" cy="5157470"/>
            </a:xfrm>
            <a:custGeom>
              <a:avLst/>
              <a:gdLst/>
              <a:ahLst/>
              <a:cxnLst/>
              <a:rect l="l" t="t" r="r" b="b"/>
              <a:pathLst>
                <a:path w="4639309" h="5157470">
                  <a:moveTo>
                    <a:pt x="1873408" y="0"/>
                  </a:moveTo>
                  <a:lnTo>
                    <a:pt x="1180115" y="0"/>
                  </a:lnTo>
                  <a:lnTo>
                    <a:pt x="1147462" y="5788"/>
                  </a:lnTo>
                  <a:lnTo>
                    <a:pt x="1092301" y="48702"/>
                  </a:lnTo>
                  <a:lnTo>
                    <a:pt x="1072292" y="83566"/>
                  </a:lnTo>
                  <a:lnTo>
                    <a:pt x="726344" y="881634"/>
                  </a:lnTo>
                  <a:lnTo>
                    <a:pt x="713700" y="921079"/>
                  </a:lnTo>
                  <a:lnTo>
                    <a:pt x="709485" y="963168"/>
                  </a:lnTo>
                  <a:lnTo>
                    <a:pt x="713700" y="1005256"/>
                  </a:lnTo>
                  <a:lnTo>
                    <a:pt x="726344" y="1044702"/>
                  </a:lnTo>
                  <a:lnTo>
                    <a:pt x="1072292" y="1842770"/>
                  </a:lnTo>
                  <a:lnTo>
                    <a:pt x="1092263" y="1877663"/>
                  </a:lnTo>
                  <a:lnTo>
                    <a:pt x="1118647" y="1904492"/>
                  </a:lnTo>
                  <a:lnTo>
                    <a:pt x="787050" y="2669413"/>
                  </a:lnTo>
                  <a:lnTo>
                    <a:pt x="769506" y="2715271"/>
                  </a:lnTo>
                  <a:lnTo>
                    <a:pt x="756975" y="2763460"/>
                  </a:lnTo>
                  <a:lnTo>
                    <a:pt x="749456" y="2813203"/>
                  </a:lnTo>
                  <a:lnTo>
                    <a:pt x="746950" y="2863723"/>
                  </a:lnTo>
                  <a:lnTo>
                    <a:pt x="749456" y="2914242"/>
                  </a:lnTo>
                  <a:lnTo>
                    <a:pt x="756975" y="2963985"/>
                  </a:lnTo>
                  <a:lnTo>
                    <a:pt x="769506" y="3012174"/>
                  </a:lnTo>
                  <a:lnTo>
                    <a:pt x="787050" y="3058033"/>
                  </a:lnTo>
                  <a:lnTo>
                    <a:pt x="1610772" y="4958194"/>
                  </a:lnTo>
                  <a:lnTo>
                    <a:pt x="1636214" y="5008011"/>
                  </a:lnTo>
                  <a:lnTo>
                    <a:pt x="1666336" y="5051529"/>
                  </a:lnTo>
                  <a:lnTo>
                    <a:pt x="1700579" y="5088250"/>
                  </a:lnTo>
                  <a:lnTo>
                    <a:pt x="1738384" y="5117676"/>
                  </a:lnTo>
                  <a:lnTo>
                    <a:pt x="1779190" y="5139311"/>
                  </a:lnTo>
                  <a:lnTo>
                    <a:pt x="1822437" y="5152656"/>
                  </a:lnTo>
                  <a:lnTo>
                    <a:pt x="1867566" y="5157216"/>
                  </a:lnTo>
                  <a:lnTo>
                    <a:pt x="3518566" y="5157216"/>
                  </a:lnTo>
                  <a:lnTo>
                    <a:pt x="3562518" y="5152656"/>
                  </a:lnTo>
                  <a:lnTo>
                    <a:pt x="3605224" y="5139311"/>
                  </a:lnTo>
                  <a:lnTo>
                    <a:pt x="3645872" y="5117676"/>
                  </a:lnTo>
                  <a:lnTo>
                    <a:pt x="3683653" y="5088250"/>
                  </a:lnTo>
                  <a:lnTo>
                    <a:pt x="3717754" y="5051529"/>
                  </a:lnTo>
                  <a:lnTo>
                    <a:pt x="3747366" y="5008011"/>
                  </a:lnTo>
                  <a:lnTo>
                    <a:pt x="3771677" y="4958194"/>
                  </a:lnTo>
                  <a:lnTo>
                    <a:pt x="4598955" y="3058033"/>
                  </a:lnTo>
                  <a:lnTo>
                    <a:pt x="4616499" y="3012174"/>
                  </a:lnTo>
                  <a:lnTo>
                    <a:pt x="4629030" y="2963985"/>
                  </a:lnTo>
                  <a:lnTo>
                    <a:pt x="4636549" y="2914242"/>
                  </a:lnTo>
                  <a:lnTo>
                    <a:pt x="4639056" y="2863723"/>
                  </a:lnTo>
                  <a:lnTo>
                    <a:pt x="4636549" y="2813203"/>
                  </a:lnTo>
                  <a:lnTo>
                    <a:pt x="4629030" y="2763460"/>
                  </a:lnTo>
                  <a:lnTo>
                    <a:pt x="4616499" y="2715271"/>
                  </a:lnTo>
                  <a:lnTo>
                    <a:pt x="4598955" y="2669413"/>
                  </a:lnTo>
                  <a:lnTo>
                    <a:pt x="4271384" y="1917065"/>
                  </a:lnTo>
                  <a:lnTo>
                    <a:pt x="1177194" y="1917065"/>
                  </a:lnTo>
                  <a:lnTo>
                    <a:pt x="1168790" y="1916687"/>
                  </a:lnTo>
                  <a:lnTo>
                    <a:pt x="1160541" y="1915572"/>
                  </a:lnTo>
                  <a:lnTo>
                    <a:pt x="1152459" y="1913743"/>
                  </a:lnTo>
                  <a:lnTo>
                    <a:pt x="1144717" y="1911274"/>
                  </a:lnTo>
                  <a:lnTo>
                    <a:pt x="1125251" y="1900428"/>
                  </a:lnTo>
                  <a:lnTo>
                    <a:pt x="1143793" y="1857502"/>
                  </a:lnTo>
                  <a:lnTo>
                    <a:pt x="1168812" y="1799844"/>
                  </a:lnTo>
                  <a:lnTo>
                    <a:pt x="1164113" y="1797177"/>
                  </a:lnTo>
                  <a:lnTo>
                    <a:pt x="1132020" y="1759332"/>
                  </a:lnTo>
                  <a:lnTo>
                    <a:pt x="817149" y="1035558"/>
                  </a:lnTo>
                  <a:lnTo>
                    <a:pt x="802195" y="963168"/>
                  </a:lnTo>
                  <a:lnTo>
                    <a:pt x="805934" y="925830"/>
                  </a:lnTo>
                  <a:lnTo>
                    <a:pt x="1123854" y="183387"/>
                  </a:lnTo>
                  <a:lnTo>
                    <a:pt x="1164193" y="129174"/>
                  </a:lnTo>
                  <a:lnTo>
                    <a:pt x="1219485" y="109347"/>
                  </a:lnTo>
                  <a:lnTo>
                    <a:pt x="1991057" y="109347"/>
                  </a:lnTo>
                  <a:lnTo>
                    <a:pt x="1979834" y="83566"/>
                  </a:lnTo>
                  <a:lnTo>
                    <a:pt x="1960473" y="48702"/>
                  </a:lnTo>
                  <a:lnTo>
                    <a:pt x="1935051" y="22399"/>
                  </a:lnTo>
                  <a:lnTo>
                    <a:pt x="1905414" y="5788"/>
                  </a:lnTo>
                  <a:lnTo>
                    <a:pt x="1873408" y="0"/>
                  </a:lnTo>
                  <a:close/>
                </a:path>
                <a:path w="4639309" h="5157470">
                  <a:moveTo>
                    <a:pt x="673766" y="3126613"/>
                  </a:moveTo>
                  <a:lnTo>
                    <a:pt x="272446" y="3126613"/>
                  </a:lnTo>
                  <a:lnTo>
                    <a:pt x="253541" y="3129956"/>
                  </a:lnTo>
                  <a:lnTo>
                    <a:pt x="221636" y="3154741"/>
                  </a:lnTo>
                  <a:lnTo>
                    <a:pt x="9810" y="3636899"/>
                  </a:lnTo>
                  <a:lnTo>
                    <a:pt x="0" y="3684079"/>
                  </a:lnTo>
                  <a:lnTo>
                    <a:pt x="2452" y="3708443"/>
                  </a:lnTo>
                  <a:lnTo>
                    <a:pt x="210089" y="4193286"/>
                  </a:lnTo>
                  <a:lnTo>
                    <a:pt x="236362" y="4228719"/>
                  </a:lnTo>
                  <a:lnTo>
                    <a:pt x="272446" y="4241673"/>
                  </a:lnTo>
                  <a:lnTo>
                    <a:pt x="673766" y="4241673"/>
                  </a:lnTo>
                  <a:lnTo>
                    <a:pt x="724130" y="4213490"/>
                  </a:lnTo>
                  <a:lnTo>
                    <a:pt x="936402" y="3731260"/>
                  </a:lnTo>
                  <a:lnTo>
                    <a:pt x="946213" y="3684079"/>
                  </a:lnTo>
                  <a:lnTo>
                    <a:pt x="943760" y="3659715"/>
                  </a:lnTo>
                  <a:lnTo>
                    <a:pt x="735361" y="3174873"/>
                  </a:lnTo>
                  <a:lnTo>
                    <a:pt x="709422" y="3139551"/>
                  </a:lnTo>
                  <a:lnTo>
                    <a:pt x="673766" y="3126613"/>
                  </a:lnTo>
                  <a:close/>
                </a:path>
                <a:path w="4639309" h="5157470">
                  <a:moveTo>
                    <a:pt x="3518566" y="570230"/>
                  </a:moveTo>
                  <a:lnTo>
                    <a:pt x="2192813" y="570230"/>
                  </a:lnTo>
                  <a:lnTo>
                    <a:pt x="2324258" y="872236"/>
                  </a:lnTo>
                  <a:lnTo>
                    <a:pt x="2336903" y="911736"/>
                  </a:lnTo>
                  <a:lnTo>
                    <a:pt x="2341118" y="953833"/>
                  </a:lnTo>
                  <a:lnTo>
                    <a:pt x="2336903" y="995930"/>
                  </a:lnTo>
                  <a:lnTo>
                    <a:pt x="2324203" y="1035558"/>
                  </a:lnTo>
                  <a:lnTo>
                    <a:pt x="1976786" y="1833372"/>
                  </a:lnTo>
                  <a:lnTo>
                    <a:pt x="1957445" y="1868308"/>
                  </a:lnTo>
                  <a:lnTo>
                    <a:pt x="1902473" y="1911274"/>
                  </a:lnTo>
                  <a:lnTo>
                    <a:pt x="1870487" y="1917065"/>
                  </a:lnTo>
                  <a:lnTo>
                    <a:pt x="4271384" y="1917065"/>
                  </a:lnTo>
                  <a:lnTo>
                    <a:pt x="3771677" y="769366"/>
                  </a:lnTo>
                  <a:lnTo>
                    <a:pt x="3747366" y="719506"/>
                  </a:lnTo>
                  <a:lnTo>
                    <a:pt x="3717754" y="675958"/>
                  </a:lnTo>
                  <a:lnTo>
                    <a:pt x="3683653" y="639217"/>
                  </a:lnTo>
                  <a:lnTo>
                    <a:pt x="3645872" y="609778"/>
                  </a:lnTo>
                  <a:lnTo>
                    <a:pt x="3605224" y="588137"/>
                  </a:lnTo>
                  <a:lnTo>
                    <a:pt x="3562518" y="574789"/>
                  </a:lnTo>
                  <a:lnTo>
                    <a:pt x="3518566" y="570230"/>
                  </a:lnTo>
                  <a:close/>
                </a:path>
                <a:path w="4639309" h="5157470">
                  <a:moveTo>
                    <a:pt x="2097944" y="570230"/>
                  </a:moveTo>
                  <a:lnTo>
                    <a:pt x="1867566" y="570230"/>
                  </a:lnTo>
                  <a:lnTo>
                    <a:pt x="1822437" y="574789"/>
                  </a:lnTo>
                  <a:lnTo>
                    <a:pt x="1779190" y="588137"/>
                  </a:lnTo>
                  <a:lnTo>
                    <a:pt x="1738384" y="609778"/>
                  </a:lnTo>
                  <a:lnTo>
                    <a:pt x="1700579" y="639217"/>
                  </a:lnTo>
                  <a:lnTo>
                    <a:pt x="1666336" y="675958"/>
                  </a:lnTo>
                  <a:lnTo>
                    <a:pt x="1636214" y="719506"/>
                  </a:lnTo>
                  <a:lnTo>
                    <a:pt x="1610772" y="769366"/>
                  </a:lnTo>
                  <a:lnTo>
                    <a:pt x="1167669" y="1791462"/>
                  </a:lnTo>
                  <a:lnTo>
                    <a:pt x="1187608" y="1802638"/>
                  </a:lnTo>
                  <a:lnTo>
                    <a:pt x="1194631" y="1804824"/>
                  </a:lnTo>
                  <a:lnTo>
                    <a:pt x="1201785" y="1806416"/>
                  </a:lnTo>
                  <a:lnTo>
                    <a:pt x="1209057" y="1807388"/>
                  </a:lnTo>
                  <a:lnTo>
                    <a:pt x="1216437" y="1807718"/>
                  </a:lnTo>
                  <a:lnTo>
                    <a:pt x="1831244" y="1807718"/>
                  </a:lnTo>
                  <a:lnTo>
                    <a:pt x="1859347" y="1802638"/>
                  </a:lnTo>
                  <a:lnTo>
                    <a:pt x="1859503" y="1802638"/>
                  </a:lnTo>
                  <a:lnTo>
                    <a:pt x="1908290" y="1764587"/>
                  </a:lnTo>
                  <a:lnTo>
                    <a:pt x="2233453" y="1026160"/>
                  </a:lnTo>
                  <a:lnTo>
                    <a:pt x="2248408" y="953833"/>
                  </a:lnTo>
                  <a:lnTo>
                    <a:pt x="2244669" y="916503"/>
                  </a:lnTo>
                  <a:lnTo>
                    <a:pt x="2233494" y="881634"/>
                  </a:lnTo>
                  <a:lnTo>
                    <a:pt x="2097944" y="570230"/>
                  </a:lnTo>
                  <a:close/>
                </a:path>
                <a:path w="4639309" h="5157470">
                  <a:moveTo>
                    <a:pt x="1991057" y="109347"/>
                  </a:moveTo>
                  <a:lnTo>
                    <a:pt x="1834165" y="109347"/>
                  </a:lnTo>
                  <a:lnTo>
                    <a:pt x="1862516" y="114468"/>
                  </a:lnTo>
                  <a:lnTo>
                    <a:pt x="1888759" y="129174"/>
                  </a:lnTo>
                  <a:lnTo>
                    <a:pt x="1911264" y="152477"/>
                  </a:lnTo>
                  <a:lnTo>
                    <a:pt x="1928399" y="183387"/>
                  </a:lnTo>
                  <a:lnTo>
                    <a:pt x="2092356" y="559943"/>
                  </a:lnTo>
                  <a:lnTo>
                    <a:pt x="2187225" y="559943"/>
                  </a:lnTo>
                  <a:lnTo>
                    <a:pt x="1991057" y="109347"/>
                  </a:lnTo>
                  <a:close/>
                </a:path>
              </a:pathLst>
            </a:custGeom>
            <a:solidFill>
              <a:srgbClr val="7E7E7E">
                <a:alpha val="14901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30567" y="1597151"/>
              <a:ext cx="3203448" cy="3425952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471675" y="175336"/>
            <a:ext cx="8086090" cy="63690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0" spc="-130">
                <a:solidFill>
                  <a:srgbClr val="1F487C"/>
                </a:solidFill>
              </a:rPr>
              <a:t>SMART</a:t>
            </a:r>
            <a:r>
              <a:rPr dirty="0" sz="4000" spc="15">
                <a:solidFill>
                  <a:srgbClr val="1F487C"/>
                </a:solidFill>
              </a:rPr>
              <a:t> </a:t>
            </a:r>
            <a:r>
              <a:rPr dirty="0" sz="4000" spc="85">
                <a:solidFill>
                  <a:srgbClr val="1F487C"/>
                </a:solidFill>
              </a:rPr>
              <a:t>INDIA</a:t>
            </a:r>
            <a:r>
              <a:rPr dirty="0" sz="4000" spc="65">
                <a:solidFill>
                  <a:srgbClr val="1F487C"/>
                </a:solidFill>
              </a:rPr>
              <a:t> </a:t>
            </a:r>
            <a:r>
              <a:rPr dirty="0" sz="4000">
                <a:solidFill>
                  <a:srgbClr val="1F487C"/>
                </a:solidFill>
              </a:rPr>
              <a:t>HACKATHON</a:t>
            </a:r>
            <a:r>
              <a:rPr dirty="0" sz="4000" spc="15">
                <a:solidFill>
                  <a:srgbClr val="1F487C"/>
                </a:solidFill>
              </a:rPr>
              <a:t> </a:t>
            </a:r>
            <a:r>
              <a:rPr dirty="0" sz="4000" spc="-65">
                <a:solidFill>
                  <a:srgbClr val="1F487C"/>
                </a:solidFill>
              </a:rPr>
              <a:t>2024</a:t>
            </a:r>
            <a:endParaRPr sz="4000"/>
          </a:p>
        </p:txBody>
      </p:sp>
      <p:sp>
        <p:nvSpPr>
          <p:cNvPr id="6" name="object 6"/>
          <p:cNvSpPr txBox="1"/>
          <p:nvPr/>
        </p:nvSpPr>
        <p:spPr>
          <a:xfrm>
            <a:off x="242417" y="1687491"/>
            <a:ext cx="5518150" cy="4511675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algn="just" marL="297815" indent="-28511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2400" b="1">
                <a:latin typeface="Times New Roman"/>
                <a:cs typeface="Times New Roman"/>
              </a:rPr>
              <a:t>Problem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Statement</a:t>
            </a:r>
            <a:r>
              <a:rPr dirty="0" sz="2400" spc="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ID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–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SIH1605</a:t>
            </a:r>
            <a:endParaRPr sz="2400">
              <a:latin typeface="Times New Roman"/>
              <a:cs typeface="Times New Roman"/>
            </a:endParaRPr>
          </a:p>
          <a:p>
            <a:pPr algn="just" marL="281940" marR="5080" indent="-269875">
              <a:lnSpc>
                <a:spcPct val="99200"/>
              </a:lnSpc>
              <a:spcBef>
                <a:spcPts val="770"/>
              </a:spcBef>
              <a:buFont typeface="Arial MT"/>
              <a:buChar char="•"/>
              <a:tabLst>
                <a:tab pos="283845" algn="l"/>
              </a:tabLst>
            </a:pPr>
            <a:r>
              <a:rPr dirty="0" baseline="1157" sz="3600" b="1">
                <a:latin typeface="Times New Roman"/>
                <a:cs typeface="Times New Roman"/>
              </a:rPr>
              <a:t>Problem</a:t>
            </a:r>
            <a:r>
              <a:rPr dirty="0" baseline="1157" sz="3600" spc="-104" b="1">
                <a:latin typeface="Times New Roman"/>
                <a:cs typeface="Times New Roman"/>
              </a:rPr>
              <a:t> </a:t>
            </a:r>
            <a:r>
              <a:rPr dirty="0" baseline="1157" sz="3600" b="1">
                <a:latin typeface="Times New Roman"/>
                <a:cs typeface="Times New Roman"/>
              </a:rPr>
              <a:t>Statement</a:t>
            </a:r>
            <a:r>
              <a:rPr dirty="0" baseline="1157" sz="3600" spc="-89" b="1">
                <a:latin typeface="Times New Roman"/>
                <a:cs typeface="Times New Roman"/>
              </a:rPr>
              <a:t> </a:t>
            </a:r>
            <a:r>
              <a:rPr dirty="0" baseline="1157" sz="3600" b="1">
                <a:latin typeface="Times New Roman"/>
                <a:cs typeface="Times New Roman"/>
              </a:rPr>
              <a:t>Title-</a:t>
            </a:r>
            <a:r>
              <a:rPr dirty="0" baseline="1157" sz="3600" spc="577" b="1">
                <a:latin typeface="Times New Roman"/>
                <a:cs typeface="Times New Roman"/>
              </a:rPr>
              <a:t> </a:t>
            </a:r>
            <a:r>
              <a:rPr dirty="0" baseline="1157" sz="3600" spc="-30">
                <a:latin typeface="Times New Roman"/>
                <a:cs typeface="Times New Roman"/>
              </a:rPr>
              <a:t>Women</a:t>
            </a:r>
            <a:r>
              <a:rPr dirty="0" baseline="1157" sz="3600" spc="-157">
                <a:latin typeface="Times New Roman"/>
                <a:cs typeface="Times New Roman"/>
              </a:rPr>
              <a:t> </a:t>
            </a:r>
            <a:r>
              <a:rPr dirty="0" baseline="1157" sz="3600" spc="-15">
                <a:latin typeface="Times New Roman"/>
                <a:cs typeface="Times New Roman"/>
              </a:rPr>
              <a:t>Safety </a:t>
            </a:r>
            <a:r>
              <a:rPr dirty="0" baseline="1157" sz="3600" spc="-15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Analytics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–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Protecting</a:t>
            </a:r>
            <a:r>
              <a:rPr dirty="0" sz="2400" spc="-1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Women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safety 	threats.</a:t>
            </a:r>
            <a:endParaRPr sz="2400">
              <a:latin typeface="Times New Roman"/>
              <a:cs typeface="Times New Roman"/>
            </a:endParaRPr>
          </a:p>
          <a:p>
            <a:pPr algn="just" marL="297815" indent="-285115">
              <a:lnSpc>
                <a:spcPct val="100000"/>
              </a:lnSpc>
              <a:spcBef>
                <a:spcPts val="2185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2400" b="1">
                <a:latin typeface="Times New Roman"/>
                <a:cs typeface="Times New Roman"/>
              </a:rPr>
              <a:t>Theme-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Miscellaneous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algn="just"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dirty="0" sz="2400" b="1">
                <a:latin typeface="Times New Roman"/>
                <a:cs typeface="Times New Roman"/>
              </a:rPr>
              <a:t>PS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Category-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Software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algn="just" marL="297815" indent="-2851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2400" spc="-30" b="1">
                <a:latin typeface="Times New Roman"/>
                <a:cs typeface="Times New Roman"/>
              </a:rPr>
              <a:t>Team</a:t>
            </a:r>
            <a:r>
              <a:rPr dirty="0" sz="2400" spc="-114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ID-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algn="just"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dirty="0" sz="2400" spc="-30" b="1">
                <a:latin typeface="Times New Roman"/>
                <a:cs typeface="Times New Roman"/>
              </a:rPr>
              <a:t>Team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Name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-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Trishul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05416" y="82295"/>
            <a:ext cx="2246376" cy="11490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71598" y="107634"/>
            <a:ext cx="8329930" cy="92900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112395">
              <a:lnSpc>
                <a:spcPct val="105800"/>
              </a:lnSpc>
              <a:spcBef>
                <a:spcPts val="100"/>
              </a:spcBef>
            </a:pPr>
            <a:r>
              <a:rPr dirty="0" sz="2800"/>
              <a:t>Computer</a:t>
            </a:r>
            <a:r>
              <a:rPr dirty="0" sz="2800" spc="-125"/>
              <a:t> </a:t>
            </a:r>
            <a:r>
              <a:rPr dirty="0" sz="2800"/>
              <a:t>Vision</a:t>
            </a:r>
            <a:r>
              <a:rPr dirty="0" sz="2800" spc="-75"/>
              <a:t> </a:t>
            </a:r>
            <a:r>
              <a:rPr dirty="0" sz="2800"/>
              <a:t>and</a:t>
            </a:r>
            <a:r>
              <a:rPr dirty="0" sz="2800" spc="-35"/>
              <a:t> </a:t>
            </a:r>
            <a:r>
              <a:rPr dirty="0" sz="2800"/>
              <a:t>Machine</a:t>
            </a:r>
            <a:r>
              <a:rPr dirty="0" sz="2800" spc="-70"/>
              <a:t> </a:t>
            </a:r>
            <a:r>
              <a:rPr dirty="0" sz="2800"/>
              <a:t>Learning</a:t>
            </a:r>
            <a:r>
              <a:rPr dirty="0" sz="2800" spc="595"/>
              <a:t> </a:t>
            </a:r>
            <a:r>
              <a:rPr dirty="0" sz="2800"/>
              <a:t>based</a:t>
            </a:r>
            <a:r>
              <a:rPr dirty="0" sz="2800" spc="-60"/>
              <a:t> </a:t>
            </a:r>
            <a:r>
              <a:rPr dirty="0" sz="2800" spc="-10"/>
              <a:t>State-</a:t>
            </a:r>
            <a:r>
              <a:rPr dirty="0" sz="2800"/>
              <a:t>of-</a:t>
            </a:r>
            <a:r>
              <a:rPr dirty="0" sz="2800" spc="-10"/>
              <a:t>the-</a:t>
            </a:r>
            <a:r>
              <a:rPr dirty="0" sz="2800"/>
              <a:t>Art</a:t>
            </a:r>
            <a:r>
              <a:rPr dirty="0" sz="2800" spc="-50"/>
              <a:t> </a:t>
            </a:r>
            <a:r>
              <a:rPr dirty="0" sz="2800"/>
              <a:t>Methodology</a:t>
            </a:r>
            <a:r>
              <a:rPr dirty="0" sz="2800" spc="-110"/>
              <a:t> </a:t>
            </a:r>
            <a:r>
              <a:rPr dirty="0" sz="2800"/>
              <a:t>for</a:t>
            </a:r>
            <a:r>
              <a:rPr dirty="0" sz="2800" spc="-100"/>
              <a:t> </a:t>
            </a:r>
            <a:r>
              <a:rPr dirty="0" sz="2800"/>
              <a:t>Enhancing</a:t>
            </a:r>
            <a:r>
              <a:rPr dirty="0" sz="2800" spc="-105"/>
              <a:t> </a:t>
            </a:r>
            <a:r>
              <a:rPr dirty="0" sz="2800"/>
              <a:t>Women</a:t>
            </a:r>
            <a:r>
              <a:rPr dirty="0" sz="2800" spc="-20"/>
              <a:t> </a:t>
            </a:r>
            <a:r>
              <a:rPr dirty="0" sz="2800" spc="-10"/>
              <a:t>Safety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785266" y="1033093"/>
            <a:ext cx="9962515" cy="5300980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600" b="1">
                <a:latin typeface="Times New Roman"/>
                <a:cs typeface="Times New Roman"/>
              </a:rPr>
              <a:t>Detailed</a:t>
            </a:r>
            <a:r>
              <a:rPr dirty="0" sz="1600" spc="-5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Explanation</a:t>
            </a:r>
            <a:endParaRPr sz="1600">
              <a:latin typeface="Times New Roman"/>
              <a:cs typeface="Times New Roman"/>
            </a:endParaRPr>
          </a:p>
          <a:p>
            <a:pPr marL="368935" indent="-35623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368935" algn="l"/>
              </a:tabLst>
            </a:pPr>
            <a:r>
              <a:rPr dirty="0" sz="1600">
                <a:latin typeface="Times New Roman"/>
                <a:cs typeface="Times New Roman"/>
              </a:rPr>
              <a:t>Automated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alert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notification</a:t>
            </a:r>
            <a:r>
              <a:rPr dirty="0" sz="1600" spc="-8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system.</a:t>
            </a:r>
            <a:endParaRPr sz="1600">
              <a:latin typeface="Times New Roman"/>
              <a:cs typeface="Times New Roman"/>
            </a:endParaRPr>
          </a:p>
          <a:p>
            <a:pPr marL="368935" indent="-356235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368935" algn="l"/>
              </a:tabLst>
            </a:pPr>
            <a:r>
              <a:rPr dirty="0" sz="1600" spc="-10">
                <a:latin typeface="Times New Roman"/>
                <a:cs typeface="Times New Roman"/>
              </a:rPr>
              <a:t>Real-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surveillance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 using</a:t>
            </a:r>
            <a:r>
              <a:rPr dirty="0" sz="1600" spc="-9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computer/machine</a:t>
            </a:r>
            <a:r>
              <a:rPr dirty="0" sz="1600" spc="-8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vision.</a:t>
            </a:r>
            <a:endParaRPr sz="1600">
              <a:latin typeface="Times New Roman"/>
              <a:cs typeface="Times New Roman"/>
            </a:endParaRPr>
          </a:p>
          <a:p>
            <a:pPr marL="368935" indent="-35623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368935" algn="l"/>
              </a:tabLst>
            </a:pP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privacy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security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Measures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(system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operates within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legal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ethical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boundaries)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1600" b="1">
                <a:latin typeface="Times New Roman"/>
                <a:cs typeface="Times New Roman"/>
              </a:rPr>
              <a:t>How</a:t>
            </a:r>
            <a:r>
              <a:rPr dirty="0" sz="1600" spc="-4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It</a:t>
            </a:r>
            <a:r>
              <a:rPr dirty="0" sz="1600" spc="-10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Address</a:t>
            </a:r>
            <a:r>
              <a:rPr dirty="0" sz="1600" spc="-5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The</a:t>
            </a:r>
            <a:r>
              <a:rPr dirty="0" sz="1600" spc="-2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Problem</a:t>
            </a:r>
            <a:endParaRPr sz="1600">
              <a:latin typeface="Times New Roman"/>
              <a:cs typeface="Times New Roman"/>
            </a:endParaRPr>
          </a:p>
          <a:p>
            <a:pPr marL="368935" indent="-35623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368935" algn="l"/>
              </a:tabLst>
            </a:pPr>
            <a:r>
              <a:rPr dirty="0" sz="1600">
                <a:latin typeface="Times New Roman"/>
                <a:cs typeface="Times New Roman"/>
              </a:rPr>
              <a:t>Novel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moving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object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detection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classification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(Manual</a:t>
            </a:r>
            <a:r>
              <a:rPr dirty="0" sz="1600" spc="-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monitoring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may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miss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nuanced</a:t>
            </a:r>
            <a:r>
              <a:rPr dirty="0" sz="1600" spc="-7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threats)</a:t>
            </a:r>
            <a:endParaRPr sz="1600">
              <a:latin typeface="Times New Roman"/>
              <a:cs typeface="Times New Roman"/>
            </a:endParaRPr>
          </a:p>
          <a:p>
            <a:pPr marL="368935" indent="-356235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368935" algn="l"/>
              </a:tabLst>
            </a:pPr>
            <a:r>
              <a:rPr dirty="0" sz="1600" spc="-10">
                <a:latin typeface="Times New Roman"/>
                <a:cs typeface="Times New Roman"/>
              </a:rPr>
              <a:t>Real–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driven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insights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strategic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planning</a:t>
            </a:r>
            <a:r>
              <a:rPr dirty="0" sz="1600" spc="-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(Lack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Contextual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Understanding)</a:t>
            </a:r>
            <a:endParaRPr sz="1600">
              <a:latin typeface="Times New Roman"/>
              <a:cs typeface="Times New Roman"/>
            </a:endParaRPr>
          </a:p>
          <a:p>
            <a:pPr marL="368935" indent="-35623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368935" algn="l"/>
              </a:tabLst>
            </a:pPr>
            <a:r>
              <a:rPr dirty="0" sz="1600" spc="-10">
                <a:latin typeface="Times New Roman"/>
                <a:cs typeface="Times New Roman"/>
              </a:rPr>
              <a:t>Real-</a:t>
            </a:r>
            <a:r>
              <a:rPr dirty="0" sz="1600" spc="-20">
                <a:latin typeface="Times New Roman"/>
                <a:cs typeface="Times New Roman"/>
              </a:rPr>
              <a:t>Time</a:t>
            </a:r>
            <a:r>
              <a:rPr dirty="0" sz="1600" spc="-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Alerts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aid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(Assistance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minimum</a:t>
            </a:r>
            <a:r>
              <a:rPr dirty="0" sz="1600" spc="-7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delay)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1600" spc="-10" b="1">
                <a:latin typeface="Times New Roman"/>
                <a:cs typeface="Times New Roman"/>
              </a:rPr>
              <a:t>Innovation</a:t>
            </a:r>
            <a:r>
              <a:rPr dirty="0" sz="1600" spc="-13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And Uniqueness</a:t>
            </a:r>
            <a:r>
              <a:rPr dirty="0" sz="1600" spc="-3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Of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The</a:t>
            </a:r>
            <a:r>
              <a:rPr dirty="0" sz="1600" spc="-3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Solution</a:t>
            </a:r>
            <a:endParaRPr sz="1600">
              <a:latin typeface="Times New Roman"/>
              <a:cs typeface="Times New Roman"/>
            </a:endParaRPr>
          </a:p>
          <a:p>
            <a:pPr marL="368935" indent="-356235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368935" algn="l"/>
              </a:tabLst>
            </a:pPr>
            <a:r>
              <a:rPr dirty="0" sz="1600">
                <a:latin typeface="Times New Roman"/>
                <a:cs typeface="Times New Roman"/>
              </a:rPr>
              <a:t>Integration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10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Artificial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Intelligence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(AI)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based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advanced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algorithm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(Unified</a:t>
            </a:r>
            <a:r>
              <a:rPr dirty="0" sz="1600" spc="-9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Approach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,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Holistic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Monitoring)</a:t>
            </a:r>
            <a:endParaRPr sz="1600">
              <a:latin typeface="Times New Roman"/>
              <a:cs typeface="Times New Roman"/>
            </a:endParaRPr>
          </a:p>
          <a:p>
            <a:pPr marL="368935" indent="-35623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368935" algn="l"/>
              </a:tabLst>
            </a:pPr>
            <a:r>
              <a:rPr dirty="0" sz="1600" spc="-10">
                <a:latin typeface="Times New Roman"/>
                <a:cs typeface="Times New Roman"/>
              </a:rPr>
              <a:t>Real-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gesture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body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posture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based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threat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detection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alert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(Immediate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Response,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Contextual</a:t>
            </a:r>
            <a:r>
              <a:rPr dirty="0" sz="1600" spc="-12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Alerts)</a:t>
            </a:r>
            <a:endParaRPr sz="1600">
              <a:latin typeface="Times New Roman"/>
              <a:cs typeface="Times New Roman"/>
            </a:endParaRPr>
          </a:p>
          <a:p>
            <a:pPr marL="368935" indent="-35623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368935" algn="l"/>
              </a:tabLst>
            </a:pPr>
            <a:r>
              <a:rPr dirty="0" sz="1600" spc="-10">
                <a:latin typeface="Times New Roman"/>
                <a:cs typeface="Times New Roman"/>
              </a:rPr>
              <a:t>Gesture</a:t>
            </a:r>
            <a:r>
              <a:rPr dirty="0" sz="1600" spc="-9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Analytics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SOS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Situations</a:t>
            </a:r>
            <a:r>
              <a:rPr dirty="0" sz="1600" spc="-8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(Distress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Signal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Detection,</a:t>
            </a:r>
            <a:r>
              <a:rPr dirty="0" sz="1600" spc="-10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Advanced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Gesture </a:t>
            </a:r>
            <a:r>
              <a:rPr dirty="0" sz="1600" spc="-10">
                <a:latin typeface="Times New Roman"/>
                <a:cs typeface="Times New Roman"/>
              </a:rPr>
              <a:t>Recognition)</a:t>
            </a:r>
            <a:endParaRPr sz="1600">
              <a:latin typeface="Times New Roman"/>
              <a:cs typeface="Times New Roman"/>
            </a:endParaRPr>
          </a:p>
          <a:p>
            <a:pPr marL="368935" indent="-35623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368935" algn="l"/>
              </a:tabLst>
            </a:pPr>
            <a:r>
              <a:rPr dirty="0" sz="1600" spc="-20">
                <a:latin typeface="Times New Roman"/>
                <a:cs typeface="Times New Roman"/>
              </a:rPr>
              <a:t>Privacy-</a:t>
            </a:r>
            <a:r>
              <a:rPr dirty="0" sz="1600">
                <a:latin typeface="Times New Roman"/>
                <a:cs typeface="Times New Roman"/>
              </a:rPr>
              <a:t>First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Design (Ethical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Considerations,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Compliance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7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Transparency)</a:t>
            </a:r>
            <a:endParaRPr sz="1600">
              <a:latin typeface="Times New Roman"/>
              <a:cs typeface="Times New Roman"/>
            </a:endParaRPr>
          </a:p>
          <a:p>
            <a:pPr marL="368935" indent="-356235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368935" algn="l"/>
              </a:tabLst>
            </a:pPr>
            <a:r>
              <a:rPr dirty="0" sz="1600" spc="-60">
                <a:latin typeface="Times New Roman"/>
                <a:cs typeface="Times New Roman"/>
              </a:rPr>
              <a:t>Two-</a:t>
            </a:r>
            <a:r>
              <a:rPr dirty="0" sz="1600">
                <a:latin typeface="Times New Roman"/>
                <a:cs typeface="Times New Roman"/>
              </a:rPr>
              <a:t>Layer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security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(structured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approach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iterative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development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 spc="-5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9184" y="118871"/>
            <a:ext cx="1280160" cy="820419"/>
          </a:xfrm>
          <a:custGeom>
            <a:avLst/>
            <a:gdLst/>
            <a:ahLst/>
            <a:cxnLst/>
            <a:rect l="l" t="t" r="r" b="b"/>
            <a:pathLst>
              <a:path w="1280160" h="820419">
                <a:moveTo>
                  <a:pt x="0" y="409955"/>
                </a:moveTo>
                <a:lnTo>
                  <a:pt x="10312" y="336258"/>
                </a:lnTo>
                <a:lnTo>
                  <a:pt x="40045" y="266897"/>
                </a:lnTo>
                <a:lnTo>
                  <a:pt x="61629" y="234205"/>
                </a:lnTo>
                <a:lnTo>
                  <a:pt x="87390" y="203030"/>
                </a:lnTo>
                <a:lnTo>
                  <a:pt x="117102" y="173519"/>
                </a:lnTo>
                <a:lnTo>
                  <a:pt x="150539" y="145814"/>
                </a:lnTo>
                <a:lnTo>
                  <a:pt x="187475" y="120062"/>
                </a:lnTo>
                <a:lnTo>
                  <a:pt x="227685" y="96407"/>
                </a:lnTo>
                <a:lnTo>
                  <a:pt x="270942" y="74992"/>
                </a:lnTo>
                <a:lnTo>
                  <a:pt x="317020" y="55964"/>
                </a:lnTo>
                <a:lnTo>
                  <a:pt x="365693" y="39467"/>
                </a:lnTo>
                <a:lnTo>
                  <a:pt x="416736" y="25644"/>
                </a:lnTo>
                <a:lnTo>
                  <a:pt x="469922" y="14642"/>
                </a:lnTo>
                <a:lnTo>
                  <a:pt x="525025" y="6604"/>
                </a:lnTo>
                <a:lnTo>
                  <a:pt x="581819" y="1675"/>
                </a:lnTo>
                <a:lnTo>
                  <a:pt x="640079" y="0"/>
                </a:lnTo>
                <a:lnTo>
                  <a:pt x="698349" y="1675"/>
                </a:lnTo>
                <a:lnTo>
                  <a:pt x="755151" y="6603"/>
                </a:lnTo>
                <a:lnTo>
                  <a:pt x="810260" y="14642"/>
                </a:lnTo>
                <a:lnTo>
                  <a:pt x="863449" y="25644"/>
                </a:lnTo>
                <a:lnTo>
                  <a:pt x="914494" y="39467"/>
                </a:lnTo>
                <a:lnTo>
                  <a:pt x="963167" y="55964"/>
                </a:lnTo>
                <a:lnTo>
                  <a:pt x="1009245" y="74992"/>
                </a:lnTo>
                <a:lnTo>
                  <a:pt x="1052500" y="96407"/>
                </a:lnTo>
                <a:lnTo>
                  <a:pt x="1092708" y="120062"/>
                </a:lnTo>
                <a:lnTo>
                  <a:pt x="1129641" y="145814"/>
                </a:lnTo>
                <a:lnTo>
                  <a:pt x="1163075" y="173519"/>
                </a:lnTo>
                <a:lnTo>
                  <a:pt x="1192783" y="203030"/>
                </a:lnTo>
                <a:lnTo>
                  <a:pt x="1218541" y="234205"/>
                </a:lnTo>
                <a:lnTo>
                  <a:pt x="1240122" y="266897"/>
                </a:lnTo>
                <a:lnTo>
                  <a:pt x="1257299" y="300963"/>
                </a:lnTo>
                <a:lnTo>
                  <a:pt x="1277544" y="372637"/>
                </a:lnTo>
                <a:lnTo>
                  <a:pt x="1280160" y="409955"/>
                </a:lnTo>
                <a:lnTo>
                  <a:pt x="1277544" y="447274"/>
                </a:lnTo>
                <a:lnTo>
                  <a:pt x="1257300" y="518948"/>
                </a:lnTo>
                <a:lnTo>
                  <a:pt x="1240122" y="553014"/>
                </a:lnTo>
                <a:lnTo>
                  <a:pt x="1218541" y="585706"/>
                </a:lnTo>
                <a:lnTo>
                  <a:pt x="1192784" y="616881"/>
                </a:lnTo>
                <a:lnTo>
                  <a:pt x="1163075" y="646392"/>
                </a:lnTo>
                <a:lnTo>
                  <a:pt x="1129641" y="674097"/>
                </a:lnTo>
                <a:lnTo>
                  <a:pt x="1092708" y="699849"/>
                </a:lnTo>
                <a:lnTo>
                  <a:pt x="1052500" y="723504"/>
                </a:lnTo>
                <a:lnTo>
                  <a:pt x="1009245" y="744919"/>
                </a:lnTo>
                <a:lnTo>
                  <a:pt x="963168" y="763947"/>
                </a:lnTo>
                <a:lnTo>
                  <a:pt x="914494" y="780444"/>
                </a:lnTo>
                <a:lnTo>
                  <a:pt x="863449" y="794267"/>
                </a:lnTo>
                <a:lnTo>
                  <a:pt x="810260" y="805269"/>
                </a:lnTo>
                <a:lnTo>
                  <a:pt x="755151" y="813308"/>
                </a:lnTo>
                <a:lnTo>
                  <a:pt x="698349" y="818236"/>
                </a:lnTo>
                <a:lnTo>
                  <a:pt x="640079" y="819912"/>
                </a:lnTo>
                <a:lnTo>
                  <a:pt x="581819" y="818236"/>
                </a:lnTo>
                <a:lnTo>
                  <a:pt x="525025" y="813308"/>
                </a:lnTo>
                <a:lnTo>
                  <a:pt x="469922" y="805269"/>
                </a:lnTo>
                <a:lnTo>
                  <a:pt x="416736" y="794267"/>
                </a:lnTo>
                <a:lnTo>
                  <a:pt x="365693" y="780444"/>
                </a:lnTo>
                <a:lnTo>
                  <a:pt x="317020" y="763947"/>
                </a:lnTo>
                <a:lnTo>
                  <a:pt x="270942" y="744919"/>
                </a:lnTo>
                <a:lnTo>
                  <a:pt x="227685" y="723504"/>
                </a:lnTo>
                <a:lnTo>
                  <a:pt x="187475" y="699849"/>
                </a:lnTo>
                <a:lnTo>
                  <a:pt x="150539" y="674097"/>
                </a:lnTo>
                <a:lnTo>
                  <a:pt x="117102" y="646392"/>
                </a:lnTo>
                <a:lnTo>
                  <a:pt x="87390" y="616881"/>
                </a:lnTo>
                <a:lnTo>
                  <a:pt x="61629" y="585706"/>
                </a:lnTo>
                <a:lnTo>
                  <a:pt x="40045" y="553014"/>
                </a:lnTo>
                <a:lnTo>
                  <a:pt x="22864" y="518948"/>
                </a:lnTo>
                <a:lnTo>
                  <a:pt x="2615" y="447274"/>
                </a:lnTo>
                <a:lnTo>
                  <a:pt x="0" y="409955"/>
                </a:lnTo>
                <a:close/>
              </a:path>
            </a:pathLst>
          </a:custGeom>
          <a:ln w="24384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05434" y="369823"/>
            <a:ext cx="7264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latin typeface="Times New Roman"/>
                <a:cs typeface="Times New Roman"/>
              </a:rPr>
              <a:t>Trishul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3054" y="120561"/>
            <a:ext cx="1630594" cy="8418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@SIH</a:t>
            </a:r>
            <a:r>
              <a:rPr dirty="0" spc="-10"/>
              <a:t> </a:t>
            </a:r>
            <a:r>
              <a:rPr dirty="0"/>
              <a:t>Idea</a:t>
            </a:r>
            <a:r>
              <a:rPr dirty="0" spc="-25"/>
              <a:t> </a:t>
            </a:r>
            <a:r>
              <a:rPr dirty="0"/>
              <a:t>submission-</a:t>
            </a:r>
            <a:r>
              <a:rPr dirty="0" spc="-75"/>
              <a:t> </a:t>
            </a:r>
            <a:r>
              <a:rPr dirty="0" spc="-10"/>
              <a:t>Template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8575">
              <a:lnSpc>
                <a:spcPts val="1435"/>
              </a:lnSpc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12470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</a:t>
            </a:r>
            <a:r>
              <a:rPr dirty="0" spc="480"/>
              <a:t> </a:t>
            </a:r>
            <a:r>
              <a:rPr dirty="0" spc="-10"/>
              <a:t>APPROACH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2770" y="130174"/>
            <a:ext cx="2141226" cy="99588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17576" y="252984"/>
            <a:ext cx="1767839" cy="807720"/>
          </a:xfrm>
          <a:custGeom>
            <a:avLst/>
            <a:gdLst/>
            <a:ahLst/>
            <a:cxnLst/>
            <a:rect l="l" t="t" r="r" b="b"/>
            <a:pathLst>
              <a:path w="1767839" h="807719">
                <a:moveTo>
                  <a:pt x="0" y="403860"/>
                </a:moveTo>
                <a:lnTo>
                  <a:pt x="8777" y="346730"/>
                </a:lnTo>
                <a:lnTo>
                  <a:pt x="34313" y="292061"/>
                </a:lnTo>
                <a:lnTo>
                  <a:pt x="75410" y="240399"/>
                </a:lnTo>
                <a:lnTo>
                  <a:pt x="130871" y="192291"/>
                </a:lnTo>
                <a:lnTo>
                  <a:pt x="163614" y="169741"/>
                </a:lnTo>
                <a:lnTo>
                  <a:pt x="199500" y="148284"/>
                </a:lnTo>
                <a:lnTo>
                  <a:pt x="238379" y="127990"/>
                </a:lnTo>
                <a:lnTo>
                  <a:pt x="280101" y="108926"/>
                </a:lnTo>
                <a:lnTo>
                  <a:pt x="324516" y="91161"/>
                </a:lnTo>
                <a:lnTo>
                  <a:pt x="371476" y="74764"/>
                </a:lnTo>
                <a:lnTo>
                  <a:pt x="420831" y="59802"/>
                </a:lnTo>
                <a:lnTo>
                  <a:pt x="472430" y="46344"/>
                </a:lnTo>
                <a:lnTo>
                  <a:pt x="526125" y="34459"/>
                </a:lnTo>
                <a:lnTo>
                  <a:pt x="581765" y="24215"/>
                </a:lnTo>
                <a:lnTo>
                  <a:pt x="639202" y="15680"/>
                </a:lnTo>
                <a:lnTo>
                  <a:pt x="698285" y="8922"/>
                </a:lnTo>
                <a:lnTo>
                  <a:pt x="758866" y="4011"/>
                </a:lnTo>
                <a:lnTo>
                  <a:pt x="820794" y="1014"/>
                </a:lnTo>
                <a:lnTo>
                  <a:pt x="883919" y="0"/>
                </a:lnTo>
                <a:lnTo>
                  <a:pt x="947047" y="1014"/>
                </a:lnTo>
                <a:lnTo>
                  <a:pt x="1008976" y="4011"/>
                </a:lnTo>
                <a:lnTo>
                  <a:pt x="1069558" y="8922"/>
                </a:lnTo>
                <a:lnTo>
                  <a:pt x="1128642" y="15680"/>
                </a:lnTo>
                <a:lnTo>
                  <a:pt x="1186079" y="24215"/>
                </a:lnTo>
                <a:lnTo>
                  <a:pt x="1241720" y="34459"/>
                </a:lnTo>
                <a:lnTo>
                  <a:pt x="1295415" y="46344"/>
                </a:lnTo>
                <a:lnTo>
                  <a:pt x="1347014" y="59802"/>
                </a:lnTo>
                <a:lnTo>
                  <a:pt x="1396368" y="74764"/>
                </a:lnTo>
                <a:lnTo>
                  <a:pt x="1443328" y="91161"/>
                </a:lnTo>
                <a:lnTo>
                  <a:pt x="1487743" y="108926"/>
                </a:lnTo>
                <a:lnTo>
                  <a:pt x="1529465" y="127990"/>
                </a:lnTo>
                <a:lnTo>
                  <a:pt x="1568343" y="148284"/>
                </a:lnTo>
                <a:lnTo>
                  <a:pt x="1604228" y="169741"/>
                </a:lnTo>
                <a:lnTo>
                  <a:pt x="1636971" y="192291"/>
                </a:lnTo>
                <a:lnTo>
                  <a:pt x="1692431" y="240399"/>
                </a:lnTo>
                <a:lnTo>
                  <a:pt x="1733527" y="292061"/>
                </a:lnTo>
                <a:lnTo>
                  <a:pt x="1759062" y="346730"/>
                </a:lnTo>
                <a:lnTo>
                  <a:pt x="1767840" y="403860"/>
                </a:lnTo>
                <a:lnTo>
                  <a:pt x="1765620" y="432698"/>
                </a:lnTo>
                <a:lnTo>
                  <a:pt x="1748314" y="488665"/>
                </a:lnTo>
                <a:lnTo>
                  <a:pt x="1714850" y="541899"/>
                </a:lnTo>
                <a:lnTo>
                  <a:pt x="1666422" y="591853"/>
                </a:lnTo>
                <a:lnTo>
                  <a:pt x="1604228" y="637978"/>
                </a:lnTo>
                <a:lnTo>
                  <a:pt x="1568343" y="659435"/>
                </a:lnTo>
                <a:lnTo>
                  <a:pt x="1529465" y="679729"/>
                </a:lnTo>
                <a:lnTo>
                  <a:pt x="1487743" y="698793"/>
                </a:lnTo>
                <a:lnTo>
                  <a:pt x="1443328" y="716558"/>
                </a:lnTo>
                <a:lnTo>
                  <a:pt x="1396368" y="732955"/>
                </a:lnTo>
                <a:lnTo>
                  <a:pt x="1347014" y="747917"/>
                </a:lnTo>
                <a:lnTo>
                  <a:pt x="1295415" y="761375"/>
                </a:lnTo>
                <a:lnTo>
                  <a:pt x="1241720" y="773260"/>
                </a:lnTo>
                <a:lnTo>
                  <a:pt x="1186079" y="783504"/>
                </a:lnTo>
                <a:lnTo>
                  <a:pt x="1128642" y="792039"/>
                </a:lnTo>
                <a:lnTo>
                  <a:pt x="1069558" y="798797"/>
                </a:lnTo>
                <a:lnTo>
                  <a:pt x="1008976" y="803708"/>
                </a:lnTo>
                <a:lnTo>
                  <a:pt x="947047" y="806705"/>
                </a:lnTo>
                <a:lnTo>
                  <a:pt x="883919" y="807720"/>
                </a:lnTo>
                <a:lnTo>
                  <a:pt x="820794" y="806705"/>
                </a:lnTo>
                <a:lnTo>
                  <a:pt x="758866" y="803708"/>
                </a:lnTo>
                <a:lnTo>
                  <a:pt x="698285" y="798797"/>
                </a:lnTo>
                <a:lnTo>
                  <a:pt x="639202" y="792039"/>
                </a:lnTo>
                <a:lnTo>
                  <a:pt x="581765" y="783504"/>
                </a:lnTo>
                <a:lnTo>
                  <a:pt x="526125" y="773260"/>
                </a:lnTo>
                <a:lnTo>
                  <a:pt x="472430" y="761375"/>
                </a:lnTo>
                <a:lnTo>
                  <a:pt x="420831" y="747917"/>
                </a:lnTo>
                <a:lnTo>
                  <a:pt x="371476" y="732955"/>
                </a:lnTo>
                <a:lnTo>
                  <a:pt x="324516" y="716558"/>
                </a:lnTo>
                <a:lnTo>
                  <a:pt x="280101" y="698793"/>
                </a:lnTo>
                <a:lnTo>
                  <a:pt x="238379" y="679729"/>
                </a:lnTo>
                <a:lnTo>
                  <a:pt x="199500" y="659435"/>
                </a:lnTo>
                <a:lnTo>
                  <a:pt x="163614" y="637978"/>
                </a:lnTo>
                <a:lnTo>
                  <a:pt x="130871" y="615428"/>
                </a:lnTo>
                <a:lnTo>
                  <a:pt x="75410" y="567320"/>
                </a:lnTo>
                <a:lnTo>
                  <a:pt x="34313" y="515658"/>
                </a:lnTo>
                <a:lnTo>
                  <a:pt x="8777" y="460989"/>
                </a:lnTo>
                <a:lnTo>
                  <a:pt x="0" y="403860"/>
                </a:lnTo>
                <a:close/>
              </a:path>
            </a:pathLst>
          </a:custGeom>
          <a:ln w="24384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73023" y="491109"/>
            <a:ext cx="657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Trishul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 descr="C:\Users\pragya sharma\Desktop\Beige and Pink Modern Business Process Flowchart Diagram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3832" y="1060703"/>
            <a:ext cx="4547616" cy="5108448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976744" y="1487169"/>
          <a:ext cx="4352925" cy="2741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4025"/>
              </a:tblGrid>
              <a:tr h="36512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dirty="0" sz="1800" spc="2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REQUIREMENT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Python</a:t>
                      </a:r>
                      <a:r>
                        <a:rPr dirty="0" sz="18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(JUPYTER NB,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Google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 Colab)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dirty="0" sz="18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Learning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Libraries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dirty="0" sz="18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cv2,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numpy,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time,</a:t>
                      </a:r>
                      <a:r>
                        <a:rPr dirty="0" sz="1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os,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matplotlib,</a:t>
                      </a:r>
                      <a:r>
                        <a:rPr dirty="0" sz="18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mediapipe,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sklearn,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tensorflow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18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twilio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Background</a:t>
                      </a:r>
                      <a:r>
                        <a:rPr dirty="0" sz="18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Subtraction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Threshold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(predefined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comparison)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@SIH</a:t>
            </a:r>
            <a:r>
              <a:rPr dirty="0" spc="-10"/>
              <a:t> </a:t>
            </a:r>
            <a:r>
              <a:rPr dirty="0"/>
              <a:t>Idea</a:t>
            </a:r>
            <a:r>
              <a:rPr dirty="0" spc="-25"/>
              <a:t> </a:t>
            </a:r>
            <a:r>
              <a:rPr dirty="0"/>
              <a:t>submission-</a:t>
            </a:r>
            <a:r>
              <a:rPr dirty="0" spc="-75"/>
              <a:t> </a:t>
            </a:r>
            <a:r>
              <a:rPr dirty="0" spc="-10"/>
              <a:t>Template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8575">
              <a:lnSpc>
                <a:spcPts val="1435"/>
              </a:lnSpc>
            </a:pPr>
            <a:fld id="{81D60167-4931-47E6-BA6A-407CBD079E47}" type="slidenum">
              <a:rPr dirty="0" spc="-50"/>
              <a:t>3</a:t>
            </a:fld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976744" y="4667250"/>
          <a:ext cx="4352925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4025"/>
              </a:tblGrid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HARDWARE</a:t>
                      </a:r>
                      <a:r>
                        <a:rPr dirty="0" sz="1800" spc="229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REQUIREMENT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Internet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8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Things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(IOT)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Graphic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Processing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Unit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(GPU)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891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FEASIBILITY</a:t>
            </a:r>
            <a:r>
              <a:rPr dirty="0" spc="-285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 spc="-10"/>
              <a:t>VIABILITY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8533" y="1384173"/>
            <a:ext cx="10113010" cy="42932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5095">
              <a:lnSpc>
                <a:spcPct val="100000"/>
              </a:lnSpc>
              <a:spcBef>
                <a:spcPts val="90"/>
              </a:spcBef>
            </a:pPr>
            <a:r>
              <a:rPr dirty="0" sz="2000" b="1">
                <a:latin typeface="Times New Roman"/>
                <a:cs typeface="Times New Roman"/>
              </a:rPr>
              <a:t>Analysis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Feasibility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Idea</a:t>
            </a: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dirty="0" sz="2000" spc="-30">
                <a:latin typeface="Times New Roman"/>
                <a:cs typeface="Times New Roman"/>
              </a:rPr>
              <a:t>Technology</a:t>
            </a:r>
            <a:r>
              <a:rPr dirty="0" sz="2000" spc="-9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Availability(Gesture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Recognition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Night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Vision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Low-</a:t>
            </a:r>
            <a:r>
              <a:rPr dirty="0" sz="2000">
                <a:latin typeface="Times New Roman"/>
                <a:cs typeface="Times New Roman"/>
              </a:rPr>
              <a:t>light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Cameras)</a:t>
            </a: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2000">
                <a:latin typeface="Times New Roman"/>
                <a:cs typeface="Times New Roman"/>
              </a:rPr>
              <a:t>Integration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Capabilities(Scalability: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Modern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cloud-</a:t>
            </a:r>
            <a:r>
              <a:rPr dirty="0" sz="2000">
                <a:latin typeface="Times New Roman"/>
                <a:cs typeface="Times New Roman"/>
              </a:rPr>
              <a:t>based </a:t>
            </a:r>
            <a:r>
              <a:rPr dirty="0" sz="2000" spc="-10">
                <a:latin typeface="Times New Roman"/>
                <a:cs typeface="Times New Roman"/>
              </a:rPr>
              <a:t>architectures)</a:t>
            </a: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dirty="0" sz="2000">
                <a:latin typeface="Times New Roman"/>
                <a:cs typeface="Times New Roman"/>
              </a:rPr>
              <a:t>Economic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feasibility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Potential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Challenges</a:t>
            </a:r>
            <a:r>
              <a:rPr dirty="0" sz="2000" spc="-1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 </a:t>
            </a:r>
            <a:r>
              <a:rPr dirty="0" sz="2000" spc="-10" b="1">
                <a:latin typeface="Times New Roman"/>
                <a:cs typeface="Times New Roman"/>
              </a:rPr>
              <a:t>Risks</a:t>
            </a: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dirty="0" sz="2000">
                <a:latin typeface="Times New Roman"/>
                <a:cs typeface="Times New Roman"/>
              </a:rPr>
              <a:t>Scalability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(Data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Management 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Latency).</a:t>
            </a: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2000">
                <a:latin typeface="Times New Roman"/>
                <a:cs typeface="Times New Roman"/>
              </a:rPr>
              <a:t>Accuracy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Reliability(False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Positives/Negatives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Environmental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Variability</a:t>
            </a:r>
            <a:r>
              <a:rPr dirty="0" sz="2000" spc="-10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).</a:t>
            </a: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dirty="0" sz="2000">
                <a:latin typeface="Times New Roman"/>
                <a:cs typeface="Times New Roman"/>
              </a:rPr>
              <a:t>Integration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Complexity(Existing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Infrastructure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-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Interoperability)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Strategies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For</a:t>
            </a:r>
            <a:r>
              <a:rPr dirty="0" sz="2000" spc="-8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Overcoming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These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Challenges</a:t>
            </a: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2000">
                <a:latin typeface="Times New Roman"/>
                <a:cs typeface="Times New Roman"/>
              </a:rPr>
              <a:t>Scalability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(Cloud-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Solutions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Load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Balancing)</a:t>
            </a: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dirty="0" sz="2000">
                <a:latin typeface="Times New Roman"/>
                <a:cs typeface="Times New Roman"/>
              </a:rPr>
              <a:t>Accuracy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Reliability(Rigorous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Testing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Validation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Integration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Continuous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Improvemet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spc="-5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dirty="0" sz="2000" spc="-10">
                <a:latin typeface="Times New Roman"/>
                <a:cs typeface="Times New Roman"/>
              </a:rPr>
              <a:t>Complexity(Standardized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Protocols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Modular</a:t>
            </a:r>
            <a:r>
              <a:rPr dirty="0" sz="2000" spc="-11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Architecture)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2770" y="130174"/>
            <a:ext cx="2141226" cy="99588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29184" y="252984"/>
            <a:ext cx="1767839" cy="807720"/>
          </a:xfrm>
          <a:custGeom>
            <a:avLst/>
            <a:gdLst/>
            <a:ahLst/>
            <a:cxnLst/>
            <a:rect l="l" t="t" r="r" b="b"/>
            <a:pathLst>
              <a:path w="1767839" h="807719">
                <a:moveTo>
                  <a:pt x="0" y="403860"/>
                </a:moveTo>
                <a:lnTo>
                  <a:pt x="8777" y="346730"/>
                </a:lnTo>
                <a:lnTo>
                  <a:pt x="34313" y="292061"/>
                </a:lnTo>
                <a:lnTo>
                  <a:pt x="75410" y="240399"/>
                </a:lnTo>
                <a:lnTo>
                  <a:pt x="130871" y="192291"/>
                </a:lnTo>
                <a:lnTo>
                  <a:pt x="163614" y="169741"/>
                </a:lnTo>
                <a:lnTo>
                  <a:pt x="199500" y="148284"/>
                </a:lnTo>
                <a:lnTo>
                  <a:pt x="238379" y="127990"/>
                </a:lnTo>
                <a:lnTo>
                  <a:pt x="280101" y="108926"/>
                </a:lnTo>
                <a:lnTo>
                  <a:pt x="324516" y="91161"/>
                </a:lnTo>
                <a:lnTo>
                  <a:pt x="371476" y="74764"/>
                </a:lnTo>
                <a:lnTo>
                  <a:pt x="420831" y="59802"/>
                </a:lnTo>
                <a:lnTo>
                  <a:pt x="472430" y="46344"/>
                </a:lnTo>
                <a:lnTo>
                  <a:pt x="526125" y="34459"/>
                </a:lnTo>
                <a:lnTo>
                  <a:pt x="581765" y="24215"/>
                </a:lnTo>
                <a:lnTo>
                  <a:pt x="639202" y="15680"/>
                </a:lnTo>
                <a:lnTo>
                  <a:pt x="698285" y="8922"/>
                </a:lnTo>
                <a:lnTo>
                  <a:pt x="758866" y="4011"/>
                </a:lnTo>
                <a:lnTo>
                  <a:pt x="820794" y="1014"/>
                </a:lnTo>
                <a:lnTo>
                  <a:pt x="883919" y="0"/>
                </a:lnTo>
                <a:lnTo>
                  <a:pt x="947047" y="1014"/>
                </a:lnTo>
                <a:lnTo>
                  <a:pt x="1008976" y="4011"/>
                </a:lnTo>
                <a:lnTo>
                  <a:pt x="1069558" y="8922"/>
                </a:lnTo>
                <a:lnTo>
                  <a:pt x="1128642" y="15680"/>
                </a:lnTo>
                <a:lnTo>
                  <a:pt x="1186079" y="24215"/>
                </a:lnTo>
                <a:lnTo>
                  <a:pt x="1241720" y="34459"/>
                </a:lnTo>
                <a:lnTo>
                  <a:pt x="1295415" y="46344"/>
                </a:lnTo>
                <a:lnTo>
                  <a:pt x="1347014" y="59802"/>
                </a:lnTo>
                <a:lnTo>
                  <a:pt x="1396368" y="74764"/>
                </a:lnTo>
                <a:lnTo>
                  <a:pt x="1443328" y="91161"/>
                </a:lnTo>
                <a:lnTo>
                  <a:pt x="1487743" y="108926"/>
                </a:lnTo>
                <a:lnTo>
                  <a:pt x="1529465" y="127990"/>
                </a:lnTo>
                <a:lnTo>
                  <a:pt x="1568343" y="148284"/>
                </a:lnTo>
                <a:lnTo>
                  <a:pt x="1604228" y="169741"/>
                </a:lnTo>
                <a:lnTo>
                  <a:pt x="1636971" y="192291"/>
                </a:lnTo>
                <a:lnTo>
                  <a:pt x="1692431" y="240399"/>
                </a:lnTo>
                <a:lnTo>
                  <a:pt x="1733527" y="292061"/>
                </a:lnTo>
                <a:lnTo>
                  <a:pt x="1759062" y="346730"/>
                </a:lnTo>
                <a:lnTo>
                  <a:pt x="1767839" y="403860"/>
                </a:lnTo>
                <a:lnTo>
                  <a:pt x="1765620" y="432698"/>
                </a:lnTo>
                <a:lnTo>
                  <a:pt x="1748314" y="488665"/>
                </a:lnTo>
                <a:lnTo>
                  <a:pt x="1714850" y="541899"/>
                </a:lnTo>
                <a:lnTo>
                  <a:pt x="1666422" y="591853"/>
                </a:lnTo>
                <a:lnTo>
                  <a:pt x="1604228" y="637978"/>
                </a:lnTo>
                <a:lnTo>
                  <a:pt x="1568343" y="659435"/>
                </a:lnTo>
                <a:lnTo>
                  <a:pt x="1529465" y="679729"/>
                </a:lnTo>
                <a:lnTo>
                  <a:pt x="1487743" y="698793"/>
                </a:lnTo>
                <a:lnTo>
                  <a:pt x="1443328" y="716558"/>
                </a:lnTo>
                <a:lnTo>
                  <a:pt x="1396368" y="732955"/>
                </a:lnTo>
                <a:lnTo>
                  <a:pt x="1347014" y="747917"/>
                </a:lnTo>
                <a:lnTo>
                  <a:pt x="1295415" y="761375"/>
                </a:lnTo>
                <a:lnTo>
                  <a:pt x="1241720" y="773260"/>
                </a:lnTo>
                <a:lnTo>
                  <a:pt x="1186079" y="783504"/>
                </a:lnTo>
                <a:lnTo>
                  <a:pt x="1128642" y="792039"/>
                </a:lnTo>
                <a:lnTo>
                  <a:pt x="1069558" y="798797"/>
                </a:lnTo>
                <a:lnTo>
                  <a:pt x="1008976" y="803708"/>
                </a:lnTo>
                <a:lnTo>
                  <a:pt x="947047" y="806705"/>
                </a:lnTo>
                <a:lnTo>
                  <a:pt x="883919" y="807720"/>
                </a:lnTo>
                <a:lnTo>
                  <a:pt x="820794" y="806705"/>
                </a:lnTo>
                <a:lnTo>
                  <a:pt x="758866" y="803708"/>
                </a:lnTo>
                <a:lnTo>
                  <a:pt x="698285" y="798797"/>
                </a:lnTo>
                <a:lnTo>
                  <a:pt x="639202" y="792039"/>
                </a:lnTo>
                <a:lnTo>
                  <a:pt x="581765" y="783504"/>
                </a:lnTo>
                <a:lnTo>
                  <a:pt x="526125" y="773260"/>
                </a:lnTo>
                <a:lnTo>
                  <a:pt x="472430" y="761375"/>
                </a:lnTo>
                <a:lnTo>
                  <a:pt x="420831" y="747917"/>
                </a:lnTo>
                <a:lnTo>
                  <a:pt x="371476" y="732955"/>
                </a:lnTo>
                <a:lnTo>
                  <a:pt x="324516" y="716558"/>
                </a:lnTo>
                <a:lnTo>
                  <a:pt x="280101" y="698793"/>
                </a:lnTo>
                <a:lnTo>
                  <a:pt x="238379" y="679729"/>
                </a:lnTo>
                <a:lnTo>
                  <a:pt x="199500" y="659435"/>
                </a:lnTo>
                <a:lnTo>
                  <a:pt x="163614" y="637978"/>
                </a:lnTo>
                <a:lnTo>
                  <a:pt x="130871" y="615428"/>
                </a:lnTo>
                <a:lnTo>
                  <a:pt x="75410" y="567320"/>
                </a:lnTo>
                <a:lnTo>
                  <a:pt x="34313" y="515658"/>
                </a:lnTo>
                <a:lnTo>
                  <a:pt x="8777" y="460989"/>
                </a:lnTo>
                <a:lnTo>
                  <a:pt x="0" y="403860"/>
                </a:lnTo>
                <a:close/>
              </a:path>
            </a:pathLst>
          </a:custGeom>
          <a:ln w="24384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87679" y="491109"/>
            <a:ext cx="6546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Trishul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@SIH</a:t>
            </a:r>
            <a:r>
              <a:rPr dirty="0" spc="-10"/>
              <a:t> </a:t>
            </a:r>
            <a:r>
              <a:rPr dirty="0"/>
              <a:t>Idea</a:t>
            </a:r>
            <a:r>
              <a:rPr dirty="0" spc="-25"/>
              <a:t> </a:t>
            </a:r>
            <a:r>
              <a:rPr dirty="0"/>
              <a:t>submission-</a:t>
            </a:r>
            <a:r>
              <a:rPr dirty="0" spc="-75"/>
              <a:t> </a:t>
            </a:r>
            <a:r>
              <a:rPr dirty="0" spc="-10"/>
              <a:t>Template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8575">
              <a:lnSpc>
                <a:spcPts val="1435"/>
              </a:lnSpc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49630">
              <a:lnSpc>
                <a:spcPct val="100000"/>
              </a:lnSpc>
              <a:spcBef>
                <a:spcPts val="100"/>
              </a:spcBef>
            </a:pPr>
            <a:r>
              <a:rPr dirty="0" spc="-55"/>
              <a:t>IMPACT</a:t>
            </a:r>
            <a:r>
              <a:rPr dirty="0" spc="-260"/>
              <a:t> </a:t>
            </a:r>
            <a:r>
              <a:rPr dirty="0"/>
              <a:t>AND</a:t>
            </a:r>
            <a:r>
              <a:rPr dirty="0" spc="20"/>
              <a:t> </a:t>
            </a:r>
            <a:r>
              <a:rPr dirty="0" spc="-10"/>
              <a:t>BENEFITS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620" y="1031780"/>
            <a:ext cx="11710670" cy="1854835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1295"/>
              </a:spcBef>
            </a:pPr>
            <a:r>
              <a:rPr dirty="0" sz="2000" b="1">
                <a:latin typeface="Times New Roman"/>
                <a:cs typeface="Times New Roman"/>
              </a:rPr>
              <a:t>Potential</a:t>
            </a:r>
            <a:r>
              <a:rPr dirty="0" sz="2000" spc="-10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Impact</a:t>
            </a:r>
            <a:r>
              <a:rPr dirty="0" sz="2000" spc="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On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spc="-45" b="1">
                <a:latin typeface="Times New Roman"/>
                <a:cs typeface="Times New Roman"/>
              </a:rPr>
              <a:t>Target</a:t>
            </a:r>
            <a:r>
              <a:rPr dirty="0" sz="2000" spc="-10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Audience</a:t>
            </a: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6870" algn="l"/>
                <a:tab pos="10393680" algn="l"/>
              </a:tabLst>
            </a:pPr>
            <a:r>
              <a:rPr dirty="0" sz="2000">
                <a:latin typeface="Times New Roman"/>
                <a:cs typeface="Times New Roman"/>
              </a:rPr>
              <a:t>Impact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10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Women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society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(Increased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Safety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Security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Reduced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Fear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Crime </a:t>
            </a:r>
            <a:r>
              <a:rPr dirty="0" sz="2000" spc="-10">
                <a:latin typeface="Times New Roman"/>
                <a:cs typeface="Times New Roman"/>
              </a:rPr>
              <a:t>Improved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Awareness)</a:t>
            </a:r>
            <a:endParaRPr sz="2000">
              <a:latin typeface="Times New Roman"/>
              <a:cs typeface="Times New Roman"/>
            </a:endParaRPr>
          </a:p>
          <a:p>
            <a:pPr marL="356870" marR="5080" indent="-344805">
              <a:lnSpc>
                <a:spcPct val="150100"/>
              </a:lnSpc>
              <a:buFont typeface="Arial MT"/>
              <a:buChar char="•"/>
              <a:tabLst>
                <a:tab pos="356870" algn="l"/>
                <a:tab pos="1216660" algn="l"/>
                <a:tab pos="3707129" algn="l"/>
                <a:tab pos="5893435" algn="l"/>
                <a:tab pos="7249795" algn="l"/>
                <a:tab pos="8676640" algn="l"/>
                <a:tab pos="9725660" algn="l"/>
                <a:tab pos="10854055" algn="l"/>
              </a:tabLst>
            </a:pPr>
            <a:r>
              <a:rPr dirty="0" sz="2000" spc="-10">
                <a:latin typeface="Times New Roman"/>
                <a:cs typeface="Times New Roman"/>
              </a:rPr>
              <a:t>Impact</a:t>
            </a:r>
            <a:r>
              <a:rPr dirty="0" sz="2000">
                <a:latin typeface="Times New Roman"/>
                <a:cs typeface="Times New Roman"/>
              </a:rPr>
              <a:t>	on</a:t>
            </a:r>
            <a:r>
              <a:rPr dirty="0" sz="2000" spc="11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Law</a:t>
            </a:r>
            <a:r>
              <a:rPr dirty="0" sz="2000" spc="95">
                <a:latin typeface="Times New Roman"/>
                <a:cs typeface="Times New Roman"/>
              </a:rPr>
              <a:t>  </a:t>
            </a:r>
            <a:r>
              <a:rPr dirty="0" sz="2000" spc="-10">
                <a:latin typeface="Times New Roman"/>
                <a:cs typeface="Times New Roman"/>
              </a:rPr>
              <a:t>Enforcement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Agencies(Enhanced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Operational</a:t>
            </a:r>
            <a:r>
              <a:rPr dirty="0" sz="2000">
                <a:latin typeface="Times New Roman"/>
                <a:cs typeface="Times New Roman"/>
              </a:rPr>
              <a:t>	Efficiency</a:t>
            </a:r>
            <a:r>
              <a:rPr dirty="0" sz="2000" spc="60">
                <a:latin typeface="Times New Roman"/>
                <a:cs typeface="Times New Roman"/>
              </a:rPr>
              <a:t>  </a:t>
            </a:r>
            <a:r>
              <a:rPr dirty="0" sz="2000" spc="-50">
                <a:latin typeface="Times New Roman"/>
                <a:cs typeface="Times New Roman"/>
              </a:rPr>
              <a:t>,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Reduced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Response</a:t>
            </a:r>
            <a:r>
              <a:rPr dirty="0" sz="2000">
                <a:latin typeface="Times New Roman"/>
                <a:cs typeface="Times New Roman"/>
              </a:rPr>
              <a:t>	Times</a:t>
            </a:r>
            <a:r>
              <a:rPr dirty="0" sz="2000" spc="65">
                <a:latin typeface="Times New Roman"/>
                <a:cs typeface="Times New Roman"/>
              </a:rPr>
              <a:t>  </a:t>
            </a:r>
            <a:r>
              <a:rPr dirty="0" sz="2000" spc="-50">
                <a:latin typeface="Times New Roman"/>
                <a:cs typeface="Times New Roman"/>
              </a:rPr>
              <a:t>, </a:t>
            </a:r>
            <a:r>
              <a:rPr dirty="0" sz="2000">
                <a:latin typeface="Times New Roman"/>
                <a:cs typeface="Times New Roman"/>
              </a:rPr>
              <a:t>Informed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Decisions)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1620" y="2859788"/>
            <a:ext cx="10734675" cy="2771140"/>
          </a:xfrm>
          <a:prstGeom prst="rect">
            <a:avLst/>
          </a:prstGeom>
        </p:spPr>
        <p:txBody>
          <a:bodyPr wrap="square" lIns="0" tIns="165735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305"/>
              </a:spcBef>
              <a:buFont typeface="Arial MT"/>
              <a:buChar char="•"/>
              <a:tabLst>
                <a:tab pos="356870" algn="l"/>
                <a:tab pos="1316990" algn="l"/>
                <a:tab pos="1829435" algn="l"/>
                <a:tab pos="2933065" algn="l"/>
                <a:tab pos="4277995" algn="l"/>
                <a:tab pos="5536565" algn="l"/>
                <a:tab pos="7064375" algn="l"/>
                <a:tab pos="8533765" algn="l"/>
                <a:tab pos="9780270" algn="l"/>
              </a:tabLst>
            </a:pPr>
            <a:r>
              <a:rPr dirty="0" sz="2000" spc="-10">
                <a:latin typeface="Times New Roman"/>
                <a:cs typeface="Times New Roman"/>
              </a:rPr>
              <a:t>Impact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25">
                <a:latin typeface="Times New Roman"/>
                <a:cs typeface="Times New Roman"/>
              </a:rPr>
              <a:t>on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Security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Personnel(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Enhanced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Surveillance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Capabilities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,Effective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">
                <a:latin typeface="Times New Roman"/>
                <a:cs typeface="Times New Roman"/>
              </a:rPr>
              <a:t>Resource</a:t>
            </a:r>
            <a:endParaRPr sz="20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  <a:spcBef>
                <a:spcPts val="1205"/>
              </a:spcBef>
            </a:pPr>
            <a:r>
              <a:rPr dirty="0" sz="2000">
                <a:latin typeface="Times New Roman"/>
                <a:cs typeface="Times New Roman"/>
              </a:rPr>
              <a:t>Automated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Monitoring)</a:t>
            </a:r>
            <a:endParaRPr sz="2000">
              <a:latin typeface="Times New Roman"/>
              <a:cs typeface="Times New Roman"/>
            </a:endParaRPr>
          </a:p>
          <a:p>
            <a:pPr marL="140335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Times New Roman"/>
                <a:cs typeface="Times New Roman"/>
              </a:rPr>
              <a:t>Benefits</a:t>
            </a:r>
            <a:r>
              <a:rPr dirty="0" sz="2000" spc="-8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1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Solution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(Social,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Economic, Environmental,</a:t>
            </a:r>
            <a:r>
              <a:rPr dirty="0" sz="2000" spc="46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Etc.)</a:t>
            </a: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2000">
                <a:latin typeface="Times New Roman"/>
                <a:cs typeface="Times New Roman"/>
              </a:rPr>
              <a:t>Social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Benefits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Enhanced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Personal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Safety,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Empowerment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Equality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Transparency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Trust)</a:t>
            </a: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2000">
                <a:latin typeface="Times New Roman"/>
                <a:cs typeface="Times New Roman"/>
              </a:rPr>
              <a:t>Economic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Benefits(Cost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Efficiency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Economic</a:t>
            </a:r>
            <a:r>
              <a:rPr dirty="0" sz="2000" spc="-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Activity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Operational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Savings)</a:t>
            </a: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6870" algn="l"/>
              </a:tabLst>
            </a:pPr>
            <a:r>
              <a:rPr dirty="0" sz="2000">
                <a:latin typeface="Times New Roman"/>
                <a:cs typeface="Times New Roman"/>
              </a:rPr>
              <a:t>Environmental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Benefits(Optimized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Resource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Informed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Urban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Design)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31118" y="3013913"/>
            <a:ext cx="74168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4845" algn="l"/>
              </a:tabLst>
            </a:pPr>
            <a:r>
              <a:rPr dirty="0" sz="2000" spc="-25">
                <a:latin typeface="Times New Roman"/>
                <a:cs typeface="Times New Roman"/>
              </a:rPr>
              <a:t>Use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50">
                <a:latin typeface="Times New Roman"/>
                <a:cs typeface="Times New Roman"/>
              </a:rPr>
              <a:t>,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2770" y="130174"/>
            <a:ext cx="2141226" cy="995883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29184" y="252984"/>
            <a:ext cx="1682750" cy="807720"/>
          </a:xfrm>
          <a:custGeom>
            <a:avLst/>
            <a:gdLst/>
            <a:ahLst/>
            <a:cxnLst/>
            <a:rect l="l" t="t" r="r" b="b"/>
            <a:pathLst>
              <a:path w="1682750" h="807719">
                <a:moveTo>
                  <a:pt x="0" y="403860"/>
                </a:moveTo>
                <a:lnTo>
                  <a:pt x="9121" y="344188"/>
                </a:lnTo>
                <a:lnTo>
                  <a:pt x="35617" y="287232"/>
                </a:lnTo>
                <a:lnTo>
                  <a:pt x="78188" y="233617"/>
                </a:lnTo>
                <a:lnTo>
                  <a:pt x="135531" y="183968"/>
                </a:lnTo>
                <a:lnTo>
                  <a:pt x="169335" y="160827"/>
                </a:lnTo>
                <a:lnTo>
                  <a:pt x="206345" y="138911"/>
                </a:lnTo>
                <a:lnTo>
                  <a:pt x="246397" y="118300"/>
                </a:lnTo>
                <a:lnTo>
                  <a:pt x="289329" y="99071"/>
                </a:lnTo>
                <a:lnTo>
                  <a:pt x="334978" y="81302"/>
                </a:lnTo>
                <a:lnTo>
                  <a:pt x="383181" y="65072"/>
                </a:lnTo>
                <a:lnTo>
                  <a:pt x="433776" y="50459"/>
                </a:lnTo>
                <a:lnTo>
                  <a:pt x="486600" y="37541"/>
                </a:lnTo>
                <a:lnTo>
                  <a:pt x="541491" y="26395"/>
                </a:lnTo>
                <a:lnTo>
                  <a:pt x="598286" y="17101"/>
                </a:lnTo>
                <a:lnTo>
                  <a:pt x="656821" y="9736"/>
                </a:lnTo>
                <a:lnTo>
                  <a:pt x="716935" y="4379"/>
                </a:lnTo>
                <a:lnTo>
                  <a:pt x="778465" y="1107"/>
                </a:lnTo>
                <a:lnTo>
                  <a:pt x="841247" y="0"/>
                </a:lnTo>
                <a:lnTo>
                  <a:pt x="904026" y="1107"/>
                </a:lnTo>
                <a:lnTo>
                  <a:pt x="965551" y="4379"/>
                </a:lnTo>
                <a:lnTo>
                  <a:pt x="1025662" y="9736"/>
                </a:lnTo>
                <a:lnTo>
                  <a:pt x="1084196" y="17101"/>
                </a:lnTo>
                <a:lnTo>
                  <a:pt x="1140988" y="26395"/>
                </a:lnTo>
                <a:lnTo>
                  <a:pt x="1195878" y="37541"/>
                </a:lnTo>
                <a:lnTo>
                  <a:pt x="1248702" y="50459"/>
                </a:lnTo>
                <a:lnTo>
                  <a:pt x="1299297" y="65072"/>
                </a:lnTo>
                <a:lnTo>
                  <a:pt x="1347501" y="81302"/>
                </a:lnTo>
                <a:lnTo>
                  <a:pt x="1393151" y="99071"/>
                </a:lnTo>
                <a:lnTo>
                  <a:pt x="1436084" y="118300"/>
                </a:lnTo>
                <a:lnTo>
                  <a:pt x="1476137" y="138911"/>
                </a:lnTo>
                <a:lnTo>
                  <a:pt x="1513148" y="160827"/>
                </a:lnTo>
                <a:lnTo>
                  <a:pt x="1546955" y="183968"/>
                </a:lnTo>
                <a:lnTo>
                  <a:pt x="1577393" y="208258"/>
                </a:lnTo>
                <a:lnTo>
                  <a:pt x="1627516" y="259968"/>
                </a:lnTo>
                <a:lnTo>
                  <a:pt x="1662215" y="315331"/>
                </a:lnTo>
                <a:lnTo>
                  <a:pt x="1680188" y="373723"/>
                </a:lnTo>
                <a:lnTo>
                  <a:pt x="1682496" y="403860"/>
                </a:lnTo>
                <a:lnTo>
                  <a:pt x="1680188" y="433996"/>
                </a:lnTo>
                <a:lnTo>
                  <a:pt x="1662215" y="492388"/>
                </a:lnTo>
                <a:lnTo>
                  <a:pt x="1627516" y="547751"/>
                </a:lnTo>
                <a:lnTo>
                  <a:pt x="1577393" y="599461"/>
                </a:lnTo>
                <a:lnTo>
                  <a:pt x="1546955" y="623751"/>
                </a:lnTo>
                <a:lnTo>
                  <a:pt x="1513148" y="646892"/>
                </a:lnTo>
                <a:lnTo>
                  <a:pt x="1476137" y="668808"/>
                </a:lnTo>
                <a:lnTo>
                  <a:pt x="1436084" y="689419"/>
                </a:lnTo>
                <a:lnTo>
                  <a:pt x="1393151" y="708648"/>
                </a:lnTo>
                <a:lnTo>
                  <a:pt x="1347501" y="726417"/>
                </a:lnTo>
                <a:lnTo>
                  <a:pt x="1299297" y="742647"/>
                </a:lnTo>
                <a:lnTo>
                  <a:pt x="1248702" y="757260"/>
                </a:lnTo>
                <a:lnTo>
                  <a:pt x="1195878" y="770178"/>
                </a:lnTo>
                <a:lnTo>
                  <a:pt x="1140988" y="781324"/>
                </a:lnTo>
                <a:lnTo>
                  <a:pt x="1084196" y="790618"/>
                </a:lnTo>
                <a:lnTo>
                  <a:pt x="1025662" y="797983"/>
                </a:lnTo>
                <a:lnTo>
                  <a:pt x="965551" y="803340"/>
                </a:lnTo>
                <a:lnTo>
                  <a:pt x="904026" y="806612"/>
                </a:lnTo>
                <a:lnTo>
                  <a:pt x="841247" y="807720"/>
                </a:lnTo>
                <a:lnTo>
                  <a:pt x="778465" y="806612"/>
                </a:lnTo>
                <a:lnTo>
                  <a:pt x="716935" y="803340"/>
                </a:lnTo>
                <a:lnTo>
                  <a:pt x="656821" y="797983"/>
                </a:lnTo>
                <a:lnTo>
                  <a:pt x="598286" y="790618"/>
                </a:lnTo>
                <a:lnTo>
                  <a:pt x="541491" y="781324"/>
                </a:lnTo>
                <a:lnTo>
                  <a:pt x="486600" y="770178"/>
                </a:lnTo>
                <a:lnTo>
                  <a:pt x="433776" y="757260"/>
                </a:lnTo>
                <a:lnTo>
                  <a:pt x="383181" y="742647"/>
                </a:lnTo>
                <a:lnTo>
                  <a:pt x="334978" y="726417"/>
                </a:lnTo>
                <a:lnTo>
                  <a:pt x="289329" y="708648"/>
                </a:lnTo>
                <a:lnTo>
                  <a:pt x="246397" y="689419"/>
                </a:lnTo>
                <a:lnTo>
                  <a:pt x="206345" y="668808"/>
                </a:lnTo>
                <a:lnTo>
                  <a:pt x="169335" y="646892"/>
                </a:lnTo>
                <a:lnTo>
                  <a:pt x="135531" y="623751"/>
                </a:lnTo>
                <a:lnTo>
                  <a:pt x="105094" y="599461"/>
                </a:lnTo>
                <a:lnTo>
                  <a:pt x="54975" y="547751"/>
                </a:lnTo>
                <a:lnTo>
                  <a:pt x="20279" y="492388"/>
                </a:lnTo>
                <a:lnTo>
                  <a:pt x="2307" y="433996"/>
                </a:lnTo>
                <a:lnTo>
                  <a:pt x="0" y="403860"/>
                </a:lnTo>
                <a:close/>
              </a:path>
            </a:pathLst>
          </a:custGeom>
          <a:ln w="24384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08126" y="497204"/>
            <a:ext cx="7264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latin typeface="Times New Roman"/>
                <a:cs typeface="Times New Roman"/>
              </a:rPr>
              <a:t>Trishul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@SIH</a:t>
            </a:r>
            <a:r>
              <a:rPr dirty="0" spc="-10"/>
              <a:t> </a:t>
            </a:r>
            <a:r>
              <a:rPr dirty="0"/>
              <a:t>Idea</a:t>
            </a:r>
            <a:r>
              <a:rPr dirty="0" spc="-25"/>
              <a:t> </a:t>
            </a:r>
            <a:r>
              <a:rPr dirty="0"/>
              <a:t>submission-</a:t>
            </a:r>
            <a:r>
              <a:rPr dirty="0" spc="-75"/>
              <a:t> </a:t>
            </a:r>
            <a:r>
              <a:rPr dirty="0" spc="-10"/>
              <a:t>Template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8575">
              <a:lnSpc>
                <a:spcPts val="1435"/>
              </a:lnSpc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</a:t>
            </a:r>
            <a:r>
              <a:rPr dirty="0" spc="695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 spc="-10"/>
              <a:t>REFERENCES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74015" marR="5250815" indent="-34417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10845" algn="l"/>
              </a:tabLst>
            </a:pPr>
            <a:r>
              <a:rPr dirty="0" u="none">
                <a:solidFill>
                  <a:srgbClr val="000000"/>
                </a:solidFill>
              </a:rPr>
              <a:t>Detailed</a:t>
            </a:r>
            <a:r>
              <a:rPr dirty="0" u="none" spc="-45">
                <a:solidFill>
                  <a:srgbClr val="000000"/>
                </a:solidFill>
              </a:rPr>
              <a:t> </a:t>
            </a:r>
            <a:r>
              <a:rPr dirty="0" u="none" spc="-10">
                <a:solidFill>
                  <a:srgbClr val="000000"/>
                </a:solidFill>
              </a:rPr>
              <a:t>Explanation: </a:t>
            </a:r>
            <a:r>
              <a:rPr dirty="0" u="none" spc="-10">
                <a:solidFill>
                  <a:srgbClr val="000000"/>
                </a:solidFill>
              </a:rPr>
              <a:t>	</a:t>
            </a:r>
            <a:r>
              <a:rPr dirty="0">
                <a:hlinkClick r:id="rId2"/>
              </a:rPr>
              <a:t>https://docs.google.com/document/d/1mHbjr-</a:t>
            </a:r>
          </a:p>
          <a:p>
            <a:pPr marL="374015" marR="5080">
              <a:lnSpc>
                <a:spcPct val="100000"/>
              </a:lnSpc>
            </a:pPr>
            <a:r>
              <a:rPr dirty="0" spc="-10">
                <a:hlinkClick r:id="rId2"/>
              </a:rPr>
              <a:t>KWeLMUzcoicaaGYHmvT7YY_cIH/edit?usp=drive_link&amp;ouid=117558612120065569</a:t>
            </a:r>
            <a:r>
              <a:rPr dirty="0" u="none" spc="-10">
                <a:hlinkClick r:id="rId2"/>
              </a:rPr>
              <a:t> </a:t>
            </a:r>
            <a:r>
              <a:rPr dirty="0" spc="-10">
                <a:hlinkClick r:id="rId2"/>
              </a:rPr>
              <a:t>603&amp;rtpof=true&amp;sd=true</a:t>
            </a:r>
          </a:p>
          <a:p>
            <a:pPr marL="17145">
              <a:lnSpc>
                <a:spcPct val="100000"/>
              </a:lnSpc>
              <a:spcBef>
                <a:spcPts val="125"/>
              </a:spcBef>
            </a:pPr>
          </a:p>
          <a:p>
            <a:pPr marL="374015" indent="-344170">
              <a:lnSpc>
                <a:spcPct val="100000"/>
              </a:lnSpc>
              <a:buFont typeface="Arial MT"/>
              <a:buChar char="•"/>
              <a:tabLst>
                <a:tab pos="374015" algn="l"/>
              </a:tabLst>
            </a:pPr>
            <a:r>
              <a:rPr dirty="0" u="none">
                <a:solidFill>
                  <a:srgbClr val="000000"/>
                </a:solidFill>
              </a:rPr>
              <a:t>Research</a:t>
            </a:r>
            <a:r>
              <a:rPr dirty="0" u="none" spc="-30">
                <a:solidFill>
                  <a:srgbClr val="000000"/>
                </a:solidFill>
              </a:rPr>
              <a:t> </a:t>
            </a:r>
            <a:r>
              <a:rPr dirty="0" u="none" spc="-10">
                <a:solidFill>
                  <a:srgbClr val="000000"/>
                </a:solidFill>
              </a:rPr>
              <a:t>Paper:</a:t>
            </a:r>
          </a:p>
          <a:p>
            <a:pPr marL="374015" marR="4246245" indent="-344805">
              <a:lnSpc>
                <a:spcPct val="100000"/>
              </a:lnSpc>
              <a:buAutoNum type="arabicPeriod"/>
              <a:tabLst>
                <a:tab pos="374015" algn="l"/>
                <a:tab pos="410209" algn="l"/>
              </a:tabLst>
            </a:pPr>
            <a:r>
              <a:rPr dirty="0" u="none" b="1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dirty="0">
                <a:hlinkClick r:id="rId3"/>
              </a:rPr>
              <a:t>https://drive.google.com/file/d/1hq9oO-</a:t>
            </a:r>
            <a:r>
              <a:rPr dirty="0" spc="-10">
                <a:hlinkClick r:id="rId3"/>
              </a:rPr>
              <a:t>T9odiPrrtqZc7xiycdmjr06KWw/view?usp=drive_link</a:t>
            </a:r>
          </a:p>
          <a:p>
            <a:pPr marL="17145">
              <a:lnSpc>
                <a:spcPct val="100000"/>
              </a:lnSpc>
              <a:spcBef>
                <a:spcPts val="125"/>
              </a:spcBef>
              <a:buFont typeface="Times New Roman"/>
              <a:buAutoNum type="arabicPeriod"/>
            </a:pPr>
          </a:p>
          <a:p>
            <a:pPr marL="374015" marR="4518660" indent="-344805">
              <a:lnSpc>
                <a:spcPct val="100000"/>
              </a:lnSpc>
              <a:buAutoNum type="arabicPeriod"/>
              <a:tabLst>
                <a:tab pos="374015" algn="l"/>
                <a:tab pos="410209" algn="l"/>
              </a:tabLst>
            </a:pPr>
            <a:r>
              <a:rPr dirty="0" u="none" b="1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dirty="0" spc="-10">
                <a:hlinkClick r:id="rId4"/>
              </a:rPr>
              <a:t>https://drive.google.com/file/d/1Avtk4He4wAbHV-12mFuxKuZ0rwCWmTgt/view?usp=drive_link</a:t>
            </a:r>
          </a:p>
        </p:txBody>
      </p:sp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62770" y="130174"/>
            <a:ext cx="2141226" cy="99588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29184" y="252984"/>
            <a:ext cx="1576070" cy="807720"/>
          </a:xfrm>
          <a:custGeom>
            <a:avLst/>
            <a:gdLst/>
            <a:ahLst/>
            <a:cxnLst/>
            <a:rect l="l" t="t" r="r" b="b"/>
            <a:pathLst>
              <a:path w="1576070" h="807719">
                <a:moveTo>
                  <a:pt x="0" y="403860"/>
                </a:moveTo>
                <a:lnTo>
                  <a:pt x="9365" y="341409"/>
                </a:lnTo>
                <a:lnTo>
                  <a:pt x="36526" y="281972"/>
                </a:lnTo>
                <a:lnTo>
                  <a:pt x="80083" y="226267"/>
                </a:lnTo>
                <a:lnTo>
                  <a:pt x="138633" y="175013"/>
                </a:lnTo>
                <a:lnTo>
                  <a:pt x="173093" y="151280"/>
                </a:lnTo>
                <a:lnTo>
                  <a:pt x="210776" y="128929"/>
                </a:lnTo>
                <a:lnTo>
                  <a:pt x="251507" y="108050"/>
                </a:lnTo>
                <a:lnTo>
                  <a:pt x="295110" y="88734"/>
                </a:lnTo>
                <a:lnTo>
                  <a:pt x="341411" y="71069"/>
                </a:lnTo>
                <a:lnTo>
                  <a:pt x="390234" y="55146"/>
                </a:lnTo>
                <a:lnTo>
                  <a:pt x="441404" y="41054"/>
                </a:lnTo>
                <a:lnTo>
                  <a:pt x="494746" y="28884"/>
                </a:lnTo>
                <a:lnTo>
                  <a:pt x="550086" y="18725"/>
                </a:lnTo>
                <a:lnTo>
                  <a:pt x="607246" y="10668"/>
                </a:lnTo>
                <a:lnTo>
                  <a:pt x="666054" y="4801"/>
                </a:lnTo>
                <a:lnTo>
                  <a:pt x="726333" y="1215"/>
                </a:lnTo>
                <a:lnTo>
                  <a:pt x="787907" y="0"/>
                </a:lnTo>
                <a:lnTo>
                  <a:pt x="849476" y="1215"/>
                </a:lnTo>
                <a:lnTo>
                  <a:pt x="909749" y="4801"/>
                </a:lnTo>
                <a:lnTo>
                  <a:pt x="968553" y="10667"/>
                </a:lnTo>
                <a:lnTo>
                  <a:pt x="1025710" y="18725"/>
                </a:lnTo>
                <a:lnTo>
                  <a:pt x="1081048" y="28884"/>
                </a:lnTo>
                <a:lnTo>
                  <a:pt x="1134389" y="41054"/>
                </a:lnTo>
                <a:lnTo>
                  <a:pt x="1185559" y="55146"/>
                </a:lnTo>
                <a:lnTo>
                  <a:pt x="1234382" y="71069"/>
                </a:lnTo>
                <a:lnTo>
                  <a:pt x="1280684" y="88734"/>
                </a:lnTo>
                <a:lnTo>
                  <a:pt x="1324289" y="108050"/>
                </a:lnTo>
                <a:lnTo>
                  <a:pt x="1365021" y="128929"/>
                </a:lnTo>
                <a:lnTo>
                  <a:pt x="1402706" y="151280"/>
                </a:lnTo>
                <a:lnTo>
                  <a:pt x="1437168" y="175013"/>
                </a:lnTo>
                <a:lnTo>
                  <a:pt x="1468232" y="200039"/>
                </a:lnTo>
                <a:lnTo>
                  <a:pt x="1519466" y="253608"/>
                </a:lnTo>
                <a:lnTo>
                  <a:pt x="1555004" y="311269"/>
                </a:lnTo>
                <a:lnTo>
                  <a:pt x="1573445" y="372302"/>
                </a:lnTo>
                <a:lnTo>
                  <a:pt x="1575816" y="403860"/>
                </a:lnTo>
                <a:lnTo>
                  <a:pt x="1573445" y="435417"/>
                </a:lnTo>
                <a:lnTo>
                  <a:pt x="1555004" y="496450"/>
                </a:lnTo>
                <a:lnTo>
                  <a:pt x="1519466" y="554111"/>
                </a:lnTo>
                <a:lnTo>
                  <a:pt x="1468232" y="607680"/>
                </a:lnTo>
                <a:lnTo>
                  <a:pt x="1437168" y="632706"/>
                </a:lnTo>
                <a:lnTo>
                  <a:pt x="1402706" y="656439"/>
                </a:lnTo>
                <a:lnTo>
                  <a:pt x="1365021" y="678790"/>
                </a:lnTo>
                <a:lnTo>
                  <a:pt x="1324289" y="699669"/>
                </a:lnTo>
                <a:lnTo>
                  <a:pt x="1280684" y="718985"/>
                </a:lnTo>
                <a:lnTo>
                  <a:pt x="1234382" y="736650"/>
                </a:lnTo>
                <a:lnTo>
                  <a:pt x="1185559" y="752573"/>
                </a:lnTo>
                <a:lnTo>
                  <a:pt x="1134389" y="766665"/>
                </a:lnTo>
                <a:lnTo>
                  <a:pt x="1081048" y="778835"/>
                </a:lnTo>
                <a:lnTo>
                  <a:pt x="1025710" y="788994"/>
                </a:lnTo>
                <a:lnTo>
                  <a:pt x="968553" y="797051"/>
                </a:lnTo>
                <a:lnTo>
                  <a:pt x="909749" y="802918"/>
                </a:lnTo>
                <a:lnTo>
                  <a:pt x="849476" y="806504"/>
                </a:lnTo>
                <a:lnTo>
                  <a:pt x="787907" y="807720"/>
                </a:lnTo>
                <a:lnTo>
                  <a:pt x="726333" y="806504"/>
                </a:lnTo>
                <a:lnTo>
                  <a:pt x="666054" y="802918"/>
                </a:lnTo>
                <a:lnTo>
                  <a:pt x="607246" y="797051"/>
                </a:lnTo>
                <a:lnTo>
                  <a:pt x="550086" y="788994"/>
                </a:lnTo>
                <a:lnTo>
                  <a:pt x="494746" y="778835"/>
                </a:lnTo>
                <a:lnTo>
                  <a:pt x="441404" y="766665"/>
                </a:lnTo>
                <a:lnTo>
                  <a:pt x="390234" y="752573"/>
                </a:lnTo>
                <a:lnTo>
                  <a:pt x="341411" y="736650"/>
                </a:lnTo>
                <a:lnTo>
                  <a:pt x="295110" y="718985"/>
                </a:lnTo>
                <a:lnTo>
                  <a:pt x="251507" y="699669"/>
                </a:lnTo>
                <a:lnTo>
                  <a:pt x="210776" y="678790"/>
                </a:lnTo>
                <a:lnTo>
                  <a:pt x="173093" y="656439"/>
                </a:lnTo>
                <a:lnTo>
                  <a:pt x="138633" y="632706"/>
                </a:lnTo>
                <a:lnTo>
                  <a:pt x="107571" y="607680"/>
                </a:lnTo>
                <a:lnTo>
                  <a:pt x="56343" y="554111"/>
                </a:lnTo>
                <a:lnTo>
                  <a:pt x="20809" y="496450"/>
                </a:lnTo>
                <a:lnTo>
                  <a:pt x="2370" y="435417"/>
                </a:lnTo>
                <a:lnTo>
                  <a:pt x="0" y="403860"/>
                </a:lnTo>
                <a:close/>
              </a:path>
            </a:pathLst>
          </a:custGeom>
          <a:ln w="24384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89533" y="491109"/>
            <a:ext cx="6546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Trishul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@SIH</a:t>
            </a:r>
            <a:r>
              <a:rPr dirty="0" spc="-10"/>
              <a:t> </a:t>
            </a:r>
            <a:r>
              <a:rPr dirty="0"/>
              <a:t>Idea</a:t>
            </a:r>
            <a:r>
              <a:rPr dirty="0" spc="-25"/>
              <a:t> </a:t>
            </a:r>
            <a:r>
              <a:rPr dirty="0"/>
              <a:t>submission-</a:t>
            </a:r>
            <a:r>
              <a:rPr dirty="0" spc="-75"/>
              <a:t> </a:t>
            </a:r>
            <a:r>
              <a:rPr dirty="0" spc="-10"/>
              <a:t>Template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8575">
              <a:lnSpc>
                <a:spcPts val="1435"/>
              </a:lnSpc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2026-06-25T16:22:46Z</dcterms:created>
  <dcterms:modified xsi:type="dcterms:W3CDTF">2026-06-25T16:22:46Z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2024-09-09T00:00:00Z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2026-06-25T00:00:00Z</vt:filetime>
  </property>
  <property fmtid="{D5CDD505-2E9C-101B-9397-08002B2CF9AE}" pid="6" name="Producer">
    <vt:lpwstr>www.ilovepdf.com</vt:lpwstr>
  </property>
</Properties>
</file>